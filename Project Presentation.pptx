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302" r:id="rId3"/>
    <p:sldId id="263" r:id="rId4"/>
    <p:sldId id="264" r:id="rId5"/>
    <p:sldId id="271" r:id="rId6"/>
    <p:sldId id="272" r:id="rId7"/>
    <p:sldId id="259" r:id="rId8"/>
    <p:sldId id="296" r:id="rId9"/>
    <p:sldId id="306" r:id="rId10"/>
    <p:sldId id="261" r:id="rId11"/>
    <p:sldId id="265" r:id="rId12"/>
    <p:sldId id="266" r:id="rId13"/>
    <p:sldId id="267" r:id="rId14"/>
    <p:sldId id="269" r:id="rId15"/>
    <p:sldId id="270" r:id="rId16"/>
    <p:sldId id="274" r:id="rId17"/>
    <p:sldId id="277" r:id="rId18"/>
    <p:sldId id="282" r:id="rId19"/>
    <p:sldId id="283" r:id="rId20"/>
    <p:sldId id="287" r:id="rId21"/>
    <p:sldId id="284" r:id="rId22"/>
    <p:sldId id="285" r:id="rId23"/>
    <p:sldId id="286" r:id="rId24"/>
    <p:sldId id="291" r:id="rId25"/>
    <p:sldId id="292" r:id="rId26"/>
    <p:sldId id="288" r:id="rId27"/>
    <p:sldId id="289" r:id="rId28"/>
    <p:sldId id="290" r:id="rId29"/>
    <p:sldId id="278" r:id="rId30"/>
    <p:sldId id="301" r:id="rId31"/>
    <p:sldId id="279" r:id="rId32"/>
    <p:sldId id="280" r:id="rId33"/>
    <p:sldId id="293" r:id="rId34"/>
    <p:sldId id="295" r:id="rId3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84859C-9E03-42C2-8611-905222BB5860}">
          <p14:sldIdLst>
            <p14:sldId id="256"/>
            <p14:sldId id="302"/>
            <p14:sldId id="263"/>
            <p14:sldId id="264"/>
            <p14:sldId id="271"/>
            <p14:sldId id="272"/>
            <p14:sldId id="259"/>
            <p14:sldId id="296"/>
            <p14:sldId id="306"/>
            <p14:sldId id="261"/>
            <p14:sldId id="265"/>
            <p14:sldId id="266"/>
            <p14:sldId id="267"/>
            <p14:sldId id="269"/>
            <p14:sldId id="270"/>
            <p14:sldId id="274"/>
            <p14:sldId id="277"/>
            <p14:sldId id="282"/>
            <p14:sldId id="283"/>
            <p14:sldId id="287"/>
            <p14:sldId id="284"/>
            <p14:sldId id="285"/>
            <p14:sldId id="286"/>
            <p14:sldId id="291"/>
            <p14:sldId id="292"/>
            <p14:sldId id="288"/>
            <p14:sldId id="289"/>
            <p14:sldId id="290"/>
            <p14:sldId id="278"/>
            <p14:sldId id="301"/>
            <p14:sldId id="279"/>
            <p14:sldId id="280"/>
            <p14:sldId id="293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AF748-AB59-436F-AB47-377A71CAF439}" v="10" dt="2025-05-26T20:02:23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shish Singha Roy" userId="2b75e5a2-c012-48bf-a06c-3c1a17036d85" providerId="ADAL" clId="{F8CAF748-AB59-436F-AB47-377A71CAF439}"/>
    <pc:docChg chg="undo custSel addSld delSld modSld addMainMaster delMainMaster addSection delSection modSection">
      <pc:chgData name="Devashish Singha Roy" userId="2b75e5a2-c012-48bf-a06c-3c1a17036d85" providerId="ADAL" clId="{F8CAF748-AB59-436F-AB47-377A71CAF439}" dt="2025-05-30T15:43:46.083" v="185" actId="20577"/>
      <pc:docMkLst>
        <pc:docMk/>
      </pc:docMkLst>
      <pc:sldChg chg="addSp delSp modSp new mod modMedia setBg modClrScheme addAnim delAnim setClrOvrMap chgLayout">
        <pc:chgData name="Devashish Singha Roy" userId="2b75e5a2-c012-48bf-a06c-3c1a17036d85" providerId="ADAL" clId="{F8CAF748-AB59-436F-AB47-377A71CAF439}" dt="2025-05-30T15:43:46.083" v="185" actId="20577"/>
        <pc:sldMkLst>
          <pc:docMk/>
          <pc:sldMk cId="3935556523" sldId="256"/>
        </pc:sldMkLst>
        <pc:spChg chg="mod">
          <ac:chgData name="Devashish Singha Roy" userId="2b75e5a2-c012-48bf-a06c-3c1a17036d85" providerId="ADAL" clId="{F8CAF748-AB59-436F-AB47-377A71CAF439}" dt="2025-05-30T15:43:46.083" v="185" actId="20577"/>
          <ac:spMkLst>
            <pc:docMk/>
            <pc:sldMk cId="3935556523" sldId="256"/>
            <ac:spMk id="2" creationId="{7DC3B170-9BA7-A849-981D-DD9DA77C348D}"/>
          </ac:spMkLst>
        </pc:spChg>
        <pc:spChg chg="mod">
          <ac:chgData name="Devashish Singha Roy" userId="2b75e5a2-c012-48bf-a06c-3c1a17036d85" providerId="ADAL" clId="{F8CAF748-AB59-436F-AB47-377A71CAF439}" dt="2025-05-26T17:58:51.046" v="92" actId="6549"/>
          <ac:spMkLst>
            <pc:docMk/>
            <pc:sldMk cId="3935556523" sldId="256"/>
            <ac:spMk id="3" creationId="{88DE6F3B-EBFA-B851-DDA1-5AE2C00B74AC}"/>
          </ac:spMkLst>
        </pc:spChg>
        <pc:spChg chg="add">
          <ac:chgData name="Devashish Singha Roy" userId="2b75e5a2-c012-48bf-a06c-3c1a17036d85" providerId="ADAL" clId="{F8CAF748-AB59-436F-AB47-377A71CAF439}" dt="2025-05-26T17:52:52.079" v="56" actId="26606"/>
          <ac:spMkLst>
            <pc:docMk/>
            <pc:sldMk cId="3935556523" sldId="256"/>
            <ac:spMk id="18" creationId="{19F9BF86-FE94-4517-B97D-026C7515E589}"/>
          </ac:spMkLst>
        </pc:spChg>
        <pc:spChg chg="add">
          <ac:chgData name="Devashish Singha Roy" userId="2b75e5a2-c012-48bf-a06c-3c1a17036d85" providerId="ADAL" clId="{F8CAF748-AB59-436F-AB47-377A71CAF439}" dt="2025-05-26T17:52:52.079" v="56" actId="26606"/>
          <ac:spMkLst>
            <pc:docMk/>
            <pc:sldMk cId="3935556523" sldId="256"/>
            <ac:spMk id="20" creationId="{1DEDA826-0CC6-45C8-B90F-CB99E02CFB47}"/>
          </ac:spMkLst>
        </pc:spChg>
        <pc:picChg chg="add mod">
          <ac:chgData name="Devashish Singha Roy" userId="2b75e5a2-c012-48bf-a06c-3c1a17036d85" providerId="ADAL" clId="{F8CAF748-AB59-436F-AB47-377A71CAF439}" dt="2025-05-26T17:52:52.700" v="58"/>
          <ac:picMkLst>
            <pc:docMk/>
            <pc:sldMk cId="3935556523" sldId="256"/>
            <ac:picMk id="19" creationId="{E8FA2200-3D84-E5C0-5019-42942D13E974}"/>
          </ac:picMkLst>
        </pc:picChg>
        <pc:cxnChg chg="add">
          <ac:chgData name="Devashish Singha Roy" userId="2b75e5a2-c012-48bf-a06c-3c1a17036d85" providerId="ADAL" clId="{F8CAF748-AB59-436F-AB47-377A71CAF439}" dt="2025-05-26T17:52:52.079" v="56" actId="26606"/>
          <ac:cxnSpMkLst>
            <pc:docMk/>
            <pc:sldMk cId="3935556523" sldId="256"/>
            <ac:cxnSpMk id="21" creationId="{23DDA327-270B-43AF-BDBD-2EB50E83E222}"/>
          </ac:cxnSpMkLst>
        </pc:cxnChg>
      </pc:sldChg>
      <pc:sldChg chg="modSp new mod">
        <pc:chgData name="Devashish Singha Roy" userId="2b75e5a2-c012-48bf-a06c-3c1a17036d85" providerId="ADAL" clId="{F8CAF748-AB59-436F-AB47-377A71CAF439}" dt="2025-05-26T17:54:54.946" v="74" actId="20577"/>
        <pc:sldMkLst>
          <pc:docMk/>
          <pc:sldMk cId="2439292549" sldId="257"/>
        </pc:sldMkLst>
        <pc:spChg chg="mod">
          <ac:chgData name="Devashish Singha Roy" userId="2b75e5a2-c012-48bf-a06c-3c1a17036d85" providerId="ADAL" clId="{F8CAF748-AB59-436F-AB47-377A71CAF439}" dt="2025-05-26T17:54:54.946" v="74" actId="20577"/>
          <ac:spMkLst>
            <pc:docMk/>
            <pc:sldMk cId="2439292549" sldId="257"/>
            <ac:spMk id="2" creationId="{AEA8F806-FAAD-C57D-70FA-2D773B33B607}"/>
          </ac:spMkLst>
        </pc:spChg>
      </pc:sldChg>
      <pc:sldChg chg="new">
        <pc:chgData name="Devashish Singha Roy" userId="2b75e5a2-c012-48bf-a06c-3c1a17036d85" providerId="ADAL" clId="{F8CAF748-AB59-436F-AB47-377A71CAF439}" dt="2025-05-26T17:56:04.883" v="75" actId="680"/>
        <pc:sldMkLst>
          <pc:docMk/>
          <pc:sldMk cId="3083309778" sldId="258"/>
        </pc:sldMkLst>
      </pc:sldChg>
      <pc:sldChg chg="addSp delSp modSp new mod setBg setClrOvrMap">
        <pc:chgData name="Devashish Singha Roy" userId="2b75e5a2-c012-48bf-a06c-3c1a17036d85" providerId="ADAL" clId="{F8CAF748-AB59-436F-AB47-377A71CAF439}" dt="2025-05-26T18:00:21.998" v="110" actId="26606"/>
        <pc:sldMkLst>
          <pc:docMk/>
          <pc:sldMk cId="3776125307" sldId="259"/>
        </pc:sldMkLst>
        <pc:spChg chg="mod">
          <ac:chgData name="Devashish Singha Roy" userId="2b75e5a2-c012-48bf-a06c-3c1a17036d85" providerId="ADAL" clId="{F8CAF748-AB59-436F-AB47-377A71CAF439}" dt="2025-05-26T18:00:21.998" v="110" actId="26606"/>
          <ac:spMkLst>
            <pc:docMk/>
            <pc:sldMk cId="3776125307" sldId="259"/>
            <ac:spMk id="2" creationId="{F0ED6A12-6E76-2880-C17A-286D916771E4}"/>
          </ac:spMkLst>
        </pc:spChg>
        <pc:spChg chg="mod">
          <ac:chgData name="Devashish Singha Roy" userId="2b75e5a2-c012-48bf-a06c-3c1a17036d85" providerId="ADAL" clId="{F8CAF748-AB59-436F-AB47-377A71CAF439}" dt="2025-05-26T18:00:21.998" v="110" actId="26606"/>
          <ac:spMkLst>
            <pc:docMk/>
            <pc:sldMk cId="3776125307" sldId="259"/>
            <ac:spMk id="3" creationId="{BD4DE9FA-47E9-F4AF-4FBA-EBAD4EB4DDFB}"/>
          </ac:spMkLst>
        </pc:spChg>
        <pc:spChg chg="add">
          <ac:chgData name="Devashish Singha Roy" userId="2b75e5a2-c012-48bf-a06c-3c1a17036d85" providerId="ADAL" clId="{F8CAF748-AB59-436F-AB47-377A71CAF439}" dt="2025-05-26T18:00:21.998" v="110" actId="26606"/>
          <ac:spMkLst>
            <pc:docMk/>
            <pc:sldMk cId="3776125307" sldId="259"/>
            <ac:spMk id="43" creationId="{C52FAB7B-42C1-46AA-9C68-7AD281066C60}"/>
          </ac:spMkLst>
        </pc:spChg>
        <pc:spChg chg="add">
          <ac:chgData name="Devashish Singha Roy" userId="2b75e5a2-c012-48bf-a06c-3c1a17036d85" providerId="ADAL" clId="{F8CAF748-AB59-436F-AB47-377A71CAF439}" dt="2025-05-26T18:00:21.998" v="110" actId="26606"/>
          <ac:spMkLst>
            <pc:docMk/>
            <pc:sldMk cId="3776125307" sldId="259"/>
            <ac:spMk id="45" creationId="{F905206B-651D-4874-B365-85CC5F9C844C}"/>
          </ac:spMkLst>
        </pc:spChg>
        <pc:picChg chg="add">
          <ac:chgData name="Devashish Singha Roy" userId="2b75e5a2-c012-48bf-a06c-3c1a17036d85" providerId="ADAL" clId="{F8CAF748-AB59-436F-AB47-377A71CAF439}" dt="2025-05-26T18:00:21.998" v="110" actId="26606"/>
          <ac:picMkLst>
            <pc:docMk/>
            <pc:sldMk cId="3776125307" sldId="259"/>
            <ac:picMk id="44" creationId="{AF661C5E-7394-F5F2-ACED-D97C28EACC8A}"/>
          </ac:picMkLst>
        </pc:picChg>
        <pc:cxnChg chg="add">
          <ac:chgData name="Devashish Singha Roy" userId="2b75e5a2-c012-48bf-a06c-3c1a17036d85" providerId="ADAL" clId="{F8CAF748-AB59-436F-AB47-377A71CAF439}" dt="2025-05-26T18:00:21.998" v="110" actId="26606"/>
          <ac:cxnSpMkLst>
            <pc:docMk/>
            <pc:sldMk cId="3776125307" sldId="259"/>
            <ac:cxnSpMk id="42" creationId="{118E06E4-607B-144B-382B-AD3D06B1EE8C}"/>
          </ac:cxnSpMkLst>
        </pc:cxnChg>
        <pc:cxnChg chg="add">
          <ac:chgData name="Devashish Singha Roy" userId="2b75e5a2-c012-48bf-a06c-3c1a17036d85" providerId="ADAL" clId="{F8CAF748-AB59-436F-AB47-377A71CAF439}" dt="2025-05-26T18:00:21.998" v="110" actId="26606"/>
          <ac:cxnSpMkLst>
            <pc:docMk/>
            <pc:sldMk cId="3776125307" sldId="259"/>
            <ac:cxnSpMk id="46" creationId="{F0CE0765-E93C-4D37-9D5F-D464EFB10FA7}"/>
          </ac:cxnSpMkLst>
        </pc:cxnChg>
      </pc:sldChg>
      <pc:sldChg chg="addSp delSp new del mod">
        <pc:chgData name="Devashish Singha Roy" userId="2b75e5a2-c012-48bf-a06c-3c1a17036d85" providerId="ADAL" clId="{F8CAF748-AB59-436F-AB47-377A71CAF439}" dt="2025-05-26T19:39:05.616" v="132" actId="47"/>
        <pc:sldMkLst>
          <pc:docMk/>
          <pc:sldMk cId="145790912" sldId="260"/>
        </pc:sldMkLst>
      </pc:sldChg>
      <pc:sldChg chg="addSp delSp modSp new mod">
        <pc:chgData name="Devashish Singha Roy" userId="2b75e5a2-c012-48bf-a06c-3c1a17036d85" providerId="ADAL" clId="{F8CAF748-AB59-436F-AB47-377A71CAF439}" dt="2025-05-26T20:03:16.958" v="176" actId="1037"/>
        <pc:sldMkLst>
          <pc:docMk/>
          <pc:sldMk cId="1057977167" sldId="260"/>
        </pc:sldMkLst>
        <pc:picChg chg="add mod">
          <ac:chgData name="Devashish Singha Roy" userId="2b75e5a2-c012-48bf-a06c-3c1a17036d85" providerId="ADAL" clId="{F8CAF748-AB59-436F-AB47-377A71CAF439}" dt="2025-05-26T20:03:16.958" v="176" actId="1037"/>
          <ac:picMkLst>
            <pc:docMk/>
            <pc:sldMk cId="1057977167" sldId="260"/>
            <ac:picMk id="3" creationId="{9DED18AD-1294-4570-FA62-460CE5ED7F82}"/>
          </ac:picMkLst>
        </pc:picChg>
      </pc:sldChg>
      <pc:sldChg chg="new del">
        <pc:chgData name="Devashish Singha Roy" userId="2b75e5a2-c012-48bf-a06c-3c1a17036d85" providerId="ADAL" clId="{F8CAF748-AB59-436F-AB47-377A71CAF439}" dt="2025-05-26T18:00:53.792" v="112" actId="47"/>
        <pc:sldMkLst>
          <pc:docMk/>
          <pc:sldMk cId="2135146664" sldId="260"/>
        </pc:sldMkLst>
      </pc:sldChg>
      <pc:sldChg chg="addSp delSp modSp new del mod setBg">
        <pc:chgData name="Devashish Singha Roy" userId="2b75e5a2-c012-48bf-a06c-3c1a17036d85" providerId="ADAL" clId="{F8CAF748-AB59-436F-AB47-377A71CAF439}" dt="2025-05-26T19:33:40.485" v="126" actId="47"/>
        <pc:sldMkLst>
          <pc:docMk/>
          <pc:sldMk cId="3565329751" sldId="260"/>
        </pc:sldMkLst>
      </pc:sldChg>
      <pc:sldChg chg="addSp delSp modSp new del mod setBg">
        <pc:chgData name="Devashish Singha Roy" userId="2b75e5a2-c012-48bf-a06c-3c1a17036d85" providerId="ADAL" clId="{F8CAF748-AB59-436F-AB47-377A71CAF439}" dt="2025-05-26T19:40:07.275" v="142" actId="47"/>
        <pc:sldMkLst>
          <pc:docMk/>
          <pc:sldMk cId="4038921155" sldId="260"/>
        </pc:sldMkLst>
      </pc:sldChg>
      <pc:sldChg chg="addSp delSp modSp new mod">
        <pc:chgData name="Devashish Singha Roy" userId="2b75e5a2-c012-48bf-a06c-3c1a17036d85" providerId="ADAL" clId="{F8CAF748-AB59-436F-AB47-377A71CAF439}" dt="2025-05-26T20:02:56.299" v="172" actId="1038"/>
        <pc:sldMkLst>
          <pc:docMk/>
          <pc:sldMk cId="3856333218" sldId="261"/>
        </pc:sldMkLst>
        <pc:picChg chg="add mod">
          <ac:chgData name="Devashish Singha Roy" userId="2b75e5a2-c012-48bf-a06c-3c1a17036d85" providerId="ADAL" clId="{F8CAF748-AB59-436F-AB47-377A71CAF439}" dt="2025-05-26T20:02:56.299" v="172" actId="1038"/>
          <ac:picMkLst>
            <pc:docMk/>
            <pc:sldMk cId="3856333218" sldId="261"/>
            <ac:picMk id="5" creationId="{99E4FCF7-7AD0-9A55-EFF4-F98A59BCD591}"/>
          </ac:picMkLst>
        </pc:picChg>
      </pc:sldChg>
      <pc:sldChg chg="addSp delSp modSp new mod">
        <pc:chgData name="Devashish Singha Roy" userId="2b75e5a2-c012-48bf-a06c-3c1a17036d85" providerId="ADAL" clId="{F8CAF748-AB59-436F-AB47-377A71CAF439}" dt="2025-05-26T19:55:38.148" v="162" actId="478"/>
        <pc:sldMkLst>
          <pc:docMk/>
          <pc:sldMk cId="3990502248" sldId="262"/>
        </pc:sldMkLst>
      </pc:sldChg>
      <pc:sldChg chg="addSp modSp new del mod">
        <pc:chgData name="Devashish Singha Roy" userId="2b75e5a2-c012-48bf-a06c-3c1a17036d85" providerId="ADAL" clId="{F8CAF748-AB59-436F-AB47-377A71CAF439}" dt="2025-05-26T19:55:43.332" v="163" actId="47"/>
        <pc:sldMkLst>
          <pc:docMk/>
          <pc:sldMk cId="889345398" sldId="263"/>
        </pc:sldMkLst>
      </pc:sldChg>
      <pc:sldChg chg="addSp modSp new del">
        <pc:chgData name="Devashish Singha Roy" userId="2b75e5a2-c012-48bf-a06c-3c1a17036d85" providerId="ADAL" clId="{F8CAF748-AB59-436F-AB47-377A71CAF439}" dt="2025-05-26T19:56:25.898" v="167" actId="47"/>
        <pc:sldMkLst>
          <pc:docMk/>
          <pc:sldMk cId="922790821" sldId="264"/>
        </pc:sldMkLst>
      </pc:sldChg>
      <pc:sldMasterChg chg="add del addSldLayout delSldLayout">
        <pc:chgData name="Devashish Singha Roy" userId="2b75e5a2-c012-48bf-a06c-3c1a17036d85" providerId="ADAL" clId="{F8CAF748-AB59-436F-AB47-377A71CAF439}" dt="2025-05-26T17:52:52.079" v="56" actId="26606"/>
        <pc:sldMasterMkLst>
          <pc:docMk/>
          <pc:sldMasterMk cId="1784666838" sldId="2147483648"/>
        </pc:sldMasterMkLst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1794706218" sldId="2147483649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3017637341" sldId="2147483650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1116933527" sldId="2147483651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2452594448" sldId="2147483652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525643016" sldId="2147483653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2317170670" sldId="2147483654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1609635918" sldId="2147483655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1474628137" sldId="2147483656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1332835379" sldId="2147483657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2448989066" sldId="2147483658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1784666838" sldId="2147483648"/>
            <pc:sldLayoutMk cId="464893449" sldId="2147483659"/>
          </pc:sldLayoutMkLst>
        </pc:sldLayoutChg>
      </pc:sldMasterChg>
      <pc:sldMasterChg chg="add replId addSldLayout">
        <pc:chgData name="Devashish Singha Roy" userId="2b75e5a2-c012-48bf-a06c-3c1a17036d85" providerId="ADAL" clId="{F8CAF748-AB59-436F-AB47-377A71CAF439}" dt="2025-05-26T17:52:52.079" v="56" actId="26606"/>
        <pc:sldMasterMkLst>
          <pc:docMk/>
          <pc:sldMasterMk cId="756929582" sldId="2147483660"/>
        </pc:sldMasterMkLst>
        <pc:sldLayoutChg chg="ad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899679581" sldId="2147483661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4234386543" sldId="2147483662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3246352896" sldId="2147483663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851225838" sldId="2147483664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3627411662" sldId="2147483665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3678543183" sldId="2147483666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957809499" sldId="2147483667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382308851" sldId="2147483668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1084456982" sldId="2147483669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997411507" sldId="2147483670"/>
          </pc:sldLayoutMkLst>
        </pc:sldLayoutChg>
        <pc:sldLayoutChg chg="add replId">
          <pc:chgData name="Devashish Singha Roy" userId="2b75e5a2-c012-48bf-a06c-3c1a17036d85" providerId="ADAL" clId="{F8CAF748-AB59-436F-AB47-377A71CAF439}" dt="2025-05-26T17:52:52.079" v="56" actId="26606"/>
          <pc:sldLayoutMkLst>
            <pc:docMk/>
            <pc:sldMasterMk cId="756929582" sldId="2147483660"/>
            <pc:sldLayoutMk cId="3151388182" sldId="2147483671"/>
          </pc:sldLayoutMkLst>
        </pc:sldLayoutChg>
      </pc:sldMasterChg>
      <pc:sldMasterChg chg="add del addSldLayout delSldLayout">
        <pc:chgData name="Devashish Singha Roy" userId="2b75e5a2-c012-48bf-a06c-3c1a17036d85" providerId="ADAL" clId="{F8CAF748-AB59-436F-AB47-377A71CAF439}" dt="2025-05-26T17:52:52.012" v="55" actId="26606"/>
        <pc:sldMasterMkLst>
          <pc:docMk/>
          <pc:sldMasterMk cId="3499202514" sldId="2147483673"/>
        </pc:sldMasterMkLst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165365728" sldId="2147483662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3355819639" sldId="2147483663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2954712129" sldId="2147483664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2417548091" sldId="2147483665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4019574074" sldId="2147483666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1835974973" sldId="2147483667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341177555" sldId="2147483668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1917440111" sldId="2147483669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3569770507" sldId="2147483670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1381834535" sldId="2147483671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52.012" v="55" actId="26606"/>
          <pc:sldLayoutMkLst>
            <pc:docMk/>
            <pc:sldMasterMk cId="3499202514" sldId="2147483673"/>
            <pc:sldLayoutMk cId="2685025774" sldId="2147483672"/>
          </pc:sldLayoutMkLst>
        </pc:sldLayoutChg>
      </pc:sldMasterChg>
      <pc:sldMasterChg chg="add del addSldLayout delSldLayout">
        <pc:chgData name="Devashish Singha Roy" userId="2b75e5a2-c012-48bf-a06c-3c1a17036d85" providerId="ADAL" clId="{F8CAF748-AB59-436F-AB47-377A71CAF439}" dt="2025-05-26T17:52:40.998" v="51" actId="26606"/>
        <pc:sldMasterMkLst>
          <pc:docMk/>
          <pc:sldMasterMk cId="717489405" sldId="2147483686"/>
        </pc:sldMasterMkLst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2991232100" sldId="2147483675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4050648869" sldId="2147483676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1532101567" sldId="2147483677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4265399427" sldId="2147483678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2789741672" sldId="2147483679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951523107" sldId="2147483680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2838376193" sldId="2147483681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1322834844" sldId="2147483682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4137239220" sldId="2147483683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788616405" sldId="2147483684"/>
          </pc:sldLayoutMkLst>
        </pc:sldLayoutChg>
        <pc:sldLayoutChg chg="add del">
          <pc:chgData name="Devashish Singha Roy" userId="2b75e5a2-c012-48bf-a06c-3c1a17036d85" providerId="ADAL" clId="{F8CAF748-AB59-436F-AB47-377A71CAF439}" dt="2025-05-26T17:52:40.998" v="51" actId="26606"/>
          <pc:sldLayoutMkLst>
            <pc:docMk/>
            <pc:sldMasterMk cId="717489405" sldId="2147483686"/>
            <pc:sldLayoutMk cId="2219455082" sldId="2147483685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187971-533E-4E4D-A50C-E0359F559411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51751C9-5571-441D-BDED-D4258E6203BD}">
      <dgm:prSet/>
      <dgm:spPr/>
      <dgm:t>
        <a:bodyPr/>
        <a:lstStyle/>
        <a:p>
          <a:r>
            <a:rPr lang="en-GB"/>
            <a:t>Supports with future AI Solutions for Small and Medium-sized Enterprises in </a:t>
          </a:r>
          <a:r>
            <a:rPr lang="en-GB" b="0" i="0"/>
            <a:t>Northern Sweden</a:t>
          </a:r>
          <a:r>
            <a:rPr lang="en-GB"/>
            <a:t>.</a:t>
          </a:r>
          <a:endParaRPr lang="en-US"/>
        </a:p>
      </dgm:t>
    </dgm:pt>
    <dgm:pt modelId="{3E390EE2-8371-4336-BEB0-87F86EA1C3AE}" type="parTrans" cxnId="{A14EA61E-5AB0-4E09-A788-ED177C29C16A}">
      <dgm:prSet/>
      <dgm:spPr/>
      <dgm:t>
        <a:bodyPr/>
        <a:lstStyle/>
        <a:p>
          <a:endParaRPr lang="en-US"/>
        </a:p>
      </dgm:t>
    </dgm:pt>
    <dgm:pt modelId="{276AA367-EBB9-4B97-A621-2F18B1F7A4C6}" type="sibTrans" cxnId="{A14EA61E-5AB0-4E09-A788-ED177C29C16A}">
      <dgm:prSet/>
      <dgm:spPr/>
      <dgm:t>
        <a:bodyPr/>
        <a:lstStyle/>
        <a:p>
          <a:endParaRPr lang="en-US"/>
        </a:p>
      </dgm:t>
    </dgm:pt>
    <dgm:pt modelId="{F4D89AEF-D7B2-4E02-BC06-08D9FBAAA304}">
      <dgm:prSet/>
      <dgm:spPr/>
      <dgm:t>
        <a:bodyPr/>
        <a:lstStyle/>
        <a:p>
          <a:r>
            <a:rPr lang="en-GB"/>
            <a:t>Financers: European Regional Development Fund, Norrbotten Region, Skellefteå Municipality, Luleå Municipality</a:t>
          </a:r>
          <a:endParaRPr lang="en-US"/>
        </a:p>
      </dgm:t>
    </dgm:pt>
    <dgm:pt modelId="{483BC351-E89C-4432-8752-BF680EEBD1EF}" type="parTrans" cxnId="{84BB8DAE-B6A0-4ACF-9996-DF12FEF8B9E4}">
      <dgm:prSet/>
      <dgm:spPr/>
      <dgm:t>
        <a:bodyPr/>
        <a:lstStyle/>
        <a:p>
          <a:endParaRPr lang="en-US"/>
        </a:p>
      </dgm:t>
    </dgm:pt>
    <dgm:pt modelId="{CB001B2D-F57C-4FE8-ABEA-3F834703A99F}" type="sibTrans" cxnId="{84BB8DAE-B6A0-4ACF-9996-DF12FEF8B9E4}">
      <dgm:prSet/>
      <dgm:spPr/>
      <dgm:t>
        <a:bodyPr/>
        <a:lstStyle/>
        <a:p>
          <a:endParaRPr lang="en-US"/>
        </a:p>
      </dgm:t>
    </dgm:pt>
    <dgm:pt modelId="{04EA95D5-1884-403E-A788-982451957AD3}" type="pres">
      <dgm:prSet presAssocID="{EC187971-533E-4E4D-A50C-E0359F559411}" presName="vert0" presStyleCnt="0">
        <dgm:presLayoutVars>
          <dgm:dir/>
          <dgm:animOne val="branch"/>
          <dgm:animLvl val="lvl"/>
        </dgm:presLayoutVars>
      </dgm:prSet>
      <dgm:spPr/>
    </dgm:pt>
    <dgm:pt modelId="{1329FDB2-9CD7-44A3-B648-FF6CC8681786}" type="pres">
      <dgm:prSet presAssocID="{351751C9-5571-441D-BDED-D4258E6203BD}" presName="thickLine" presStyleLbl="alignNode1" presStyleIdx="0" presStyleCnt="2"/>
      <dgm:spPr/>
    </dgm:pt>
    <dgm:pt modelId="{54A0BD42-052E-4564-9800-039E22B52DEF}" type="pres">
      <dgm:prSet presAssocID="{351751C9-5571-441D-BDED-D4258E6203BD}" presName="horz1" presStyleCnt="0"/>
      <dgm:spPr/>
    </dgm:pt>
    <dgm:pt modelId="{803F25C4-35DD-4A7B-8159-F2EE48AC92B4}" type="pres">
      <dgm:prSet presAssocID="{351751C9-5571-441D-BDED-D4258E6203BD}" presName="tx1" presStyleLbl="revTx" presStyleIdx="0" presStyleCnt="2"/>
      <dgm:spPr/>
    </dgm:pt>
    <dgm:pt modelId="{356B06CA-326B-47F8-8187-6A2BF92C50EE}" type="pres">
      <dgm:prSet presAssocID="{351751C9-5571-441D-BDED-D4258E6203BD}" presName="vert1" presStyleCnt="0"/>
      <dgm:spPr/>
    </dgm:pt>
    <dgm:pt modelId="{9F55A98E-B3EF-435D-A909-63B6FCD00A6D}" type="pres">
      <dgm:prSet presAssocID="{F4D89AEF-D7B2-4E02-BC06-08D9FBAAA304}" presName="thickLine" presStyleLbl="alignNode1" presStyleIdx="1" presStyleCnt="2"/>
      <dgm:spPr/>
    </dgm:pt>
    <dgm:pt modelId="{0B203839-C1CA-41F1-80DA-931E23F2BBF5}" type="pres">
      <dgm:prSet presAssocID="{F4D89AEF-D7B2-4E02-BC06-08D9FBAAA304}" presName="horz1" presStyleCnt="0"/>
      <dgm:spPr/>
    </dgm:pt>
    <dgm:pt modelId="{278717D4-F8D0-4199-A0B9-9F8C1269016F}" type="pres">
      <dgm:prSet presAssocID="{F4D89AEF-D7B2-4E02-BC06-08D9FBAAA304}" presName="tx1" presStyleLbl="revTx" presStyleIdx="1" presStyleCnt="2"/>
      <dgm:spPr/>
    </dgm:pt>
    <dgm:pt modelId="{C64FF9D1-B70D-417A-BF4A-F1E44C7608FD}" type="pres">
      <dgm:prSet presAssocID="{F4D89AEF-D7B2-4E02-BC06-08D9FBAAA304}" presName="vert1" presStyleCnt="0"/>
      <dgm:spPr/>
    </dgm:pt>
  </dgm:ptLst>
  <dgm:cxnLst>
    <dgm:cxn modelId="{A14EA61E-5AB0-4E09-A788-ED177C29C16A}" srcId="{EC187971-533E-4E4D-A50C-E0359F559411}" destId="{351751C9-5571-441D-BDED-D4258E6203BD}" srcOrd="0" destOrd="0" parTransId="{3E390EE2-8371-4336-BEB0-87F86EA1C3AE}" sibTransId="{276AA367-EBB9-4B97-A621-2F18B1F7A4C6}"/>
    <dgm:cxn modelId="{537D8866-0E4C-4C5A-9C47-8F0104A53E6E}" type="presOf" srcId="{351751C9-5571-441D-BDED-D4258E6203BD}" destId="{803F25C4-35DD-4A7B-8159-F2EE48AC92B4}" srcOrd="0" destOrd="0" presId="urn:microsoft.com/office/officeart/2008/layout/LinedList"/>
    <dgm:cxn modelId="{84BB8DAE-B6A0-4ACF-9996-DF12FEF8B9E4}" srcId="{EC187971-533E-4E4D-A50C-E0359F559411}" destId="{F4D89AEF-D7B2-4E02-BC06-08D9FBAAA304}" srcOrd="1" destOrd="0" parTransId="{483BC351-E89C-4432-8752-BF680EEBD1EF}" sibTransId="{CB001B2D-F57C-4FE8-ABEA-3F834703A99F}"/>
    <dgm:cxn modelId="{69C395C4-62F3-47A7-80B0-3293F455AFEE}" type="presOf" srcId="{F4D89AEF-D7B2-4E02-BC06-08D9FBAAA304}" destId="{278717D4-F8D0-4199-A0B9-9F8C1269016F}" srcOrd="0" destOrd="0" presId="urn:microsoft.com/office/officeart/2008/layout/LinedList"/>
    <dgm:cxn modelId="{74B8ABE5-9C34-4E4B-8FA7-9C6184EFB129}" type="presOf" srcId="{EC187971-533E-4E4D-A50C-E0359F559411}" destId="{04EA95D5-1884-403E-A788-982451957AD3}" srcOrd="0" destOrd="0" presId="urn:microsoft.com/office/officeart/2008/layout/LinedList"/>
    <dgm:cxn modelId="{402D9C09-85E3-4BBA-A759-5A52CA57BC2B}" type="presParOf" srcId="{04EA95D5-1884-403E-A788-982451957AD3}" destId="{1329FDB2-9CD7-44A3-B648-FF6CC8681786}" srcOrd="0" destOrd="0" presId="urn:microsoft.com/office/officeart/2008/layout/LinedList"/>
    <dgm:cxn modelId="{22A5D604-6CA3-471C-B7C5-81AA74854847}" type="presParOf" srcId="{04EA95D5-1884-403E-A788-982451957AD3}" destId="{54A0BD42-052E-4564-9800-039E22B52DEF}" srcOrd="1" destOrd="0" presId="urn:microsoft.com/office/officeart/2008/layout/LinedList"/>
    <dgm:cxn modelId="{EE6E6451-A7F0-4233-A2C5-5740884ADBAE}" type="presParOf" srcId="{54A0BD42-052E-4564-9800-039E22B52DEF}" destId="{803F25C4-35DD-4A7B-8159-F2EE48AC92B4}" srcOrd="0" destOrd="0" presId="urn:microsoft.com/office/officeart/2008/layout/LinedList"/>
    <dgm:cxn modelId="{E2406839-0C24-400E-9713-BFB905227DB7}" type="presParOf" srcId="{54A0BD42-052E-4564-9800-039E22B52DEF}" destId="{356B06CA-326B-47F8-8187-6A2BF92C50EE}" srcOrd="1" destOrd="0" presId="urn:microsoft.com/office/officeart/2008/layout/LinedList"/>
    <dgm:cxn modelId="{D9918BE7-ACDD-4CCA-9D20-CFA7EAC78F11}" type="presParOf" srcId="{04EA95D5-1884-403E-A788-982451957AD3}" destId="{9F55A98E-B3EF-435D-A909-63B6FCD00A6D}" srcOrd="2" destOrd="0" presId="urn:microsoft.com/office/officeart/2008/layout/LinedList"/>
    <dgm:cxn modelId="{AFA2B587-C8F0-4D9F-B234-614C91CEFFA9}" type="presParOf" srcId="{04EA95D5-1884-403E-A788-982451957AD3}" destId="{0B203839-C1CA-41F1-80DA-931E23F2BBF5}" srcOrd="3" destOrd="0" presId="urn:microsoft.com/office/officeart/2008/layout/LinedList"/>
    <dgm:cxn modelId="{AFF4E33A-88A4-416B-A3FF-2AEF37941690}" type="presParOf" srcId="{0B203839-C1CA-41F1-80DA-931E23F2BBF5}" destId="{278717D4-F8D0-4199-A0B9-9F8C1269016F}" srcOrd="0" destOrd="0" presId="urn:microsoft.com/office/officeart/2008/layout/LinedList"/>
    <dgm:cxn modelId="{DC1FFAAE-341E-46A3-ABF3-F92ED476D4A7}" type="presParOf" srcId="{0B203839-C1CA-41F1-80DA-931E23F2BBF5}" destId="{C64FF9D1-B70D-417A-BF4A-F1E44C7608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74A85A-B217-490D-9DDE-5A95A0BF07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FF6AEA-5A41-410E-A1B1-B50E6B5795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Aerial object detection is crucial for search and rescue operation, security,  wildlife/environmental monitoring, surveillance, scene understanding etc.</a:t>
          </a:r>
          <a:endParaRPr lang="en-US"/>
        </a:p>
      </dgm:t>
    </dgm:pt>
    <dgm:pt modelId="{81906F56-5C21-4214-99F6-76D47BBB6652}" type="parTrans" cxnId="{27C455F9-5309-4357-AEE0-71D7C05B74EA}">
      <dgm:prSet/>
      <dgm:spPr/>
      <dgm:t>
        <a:bodyPr/>
        <a:lstStyle/>
        <a:p>
          <a:endParaRPr lang="en-US"/>
        </a:p>
      </dgm:t>
    </dgm:pt>
    <dgm:pt modelId="{F8C1AAA3-77F3-4B36-910A-E4C2266A11D1}" type="sibTrans" cxnId="{27C455F9-5309-4357-AEE0-71D7C05B74EA}">
      <dgm:prSet/>
      <dgm:spPr/>
      <dgm:t>
        <a:bodyPr/>
        <a:lstStyle/>
        <a:p>
          <a:endParaRPr lang="en-US"/>
        </a:p>
      </dgm:t>
    </dgm:pt>
    <dgm:pt modelId="{6BEA37F3-F215-4D34-B0F4-BE8F44E003D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AI development depends on large scale annotated data.</a:t>
          </a:r>
          <a:endParaRPr lang="en-US"/>
        </a:p>
      </dgm:t>
    </dgm:pt>
    <dgm:pt modelId="{EEE8BEA8-15F2-4C0C-B101-FCEE679D8E96}" type="parTrans" cxnId="{3F21F96C-D121-4B06-B571-F3B73B0F4C76}">
      <dgm:prSet/>
      <dgm:spPr/>
      <dgm:t>
        <a:bodyPr/>
        <a:lstStyle/>
        <a:p>
          <a:endParaRPr lang="en-US"/>
        </a:p>
      </dgm:t>
    </dgm:pt>
    <dgm:pt modelId="{68F687BC-D8AE-4D00-8021-4647EE868E6F}" type="sibTrans" cxnId="{3F21F96C-D121-4B06-B571-F3B73B0F4C76}">
      <dgm:prSet/>
      <dgm:spPr/>
      <dgm:t>
        <a:bodyPr/>
        <a:lstStyle/>
        <a:p>
          <a:endParaRPr lang="en-US"/>
        </a:p>
      </dgm:t>
    </dgm:pt>
    <dgm:pt modelId="{A4012ADA-6CBD-4737-B4F2-B765069FEFA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Manual annotation is expensive and unscalable</a:t>
          </a:r>
          <a:endParaRPr lang="en-US"/>
        </a:p>
      </dgm:t>
    </dgm:pt>
    <dgm:pt modelId="{EA23D9F6-5857-46FB-86BF-B3AF74D1E47D}" type="parTrans" cxnId="{B2B058AF-B4D1-4B44-96D1-034A7C6C5889}">
      <dgm:prSet/>
      <dgm:spPr/>
      <dgm:t>
        <a:bodyPr/>
        <a:lstStyle/>
        <a:p>
          <a:endParaRPr lang="en-US"/>
        </a:p>
      </dgm:t>
    </dgm:pt>
    <dgm:pt modelId="{39C70794-F2A4-4CB3-A4EE-2B2574FF4C36}" type="sibTrans" cxnId="{B2B058AF-B4D1-4B44-96D1-034A7C6C5889}">
      <dgm:prSet/>
      <dgm:spPr/>
      <dgm:t>
        <a:bodyPr/>
        <a:lstStyle/>
        <a:p>
          <a:endParaRPr lang="en-US"/>
        </a:p>
      </dgm:t>
    </dgm:pt>
    <dgm:pt modelId="{0FBABAD9-82E9-4803-A85C-8D3D232A7D9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Aim: Unsupervised annotation</a:t>
          </a:r>
          <a:endParaRPr lang="en-US"/>
        </a:p>
      </dgm:t>
    </dgm:pt>
    <dgm:pt modelId="{620CB9D4-2497-41DB-8983-25E13697C8B4}" type="parTrans" cxnId="{EB231DF5-0266-4FA6-AC8C-36673051B1AC}">
      <dgm:prSet/>
      <dgm:spPr/>
      <dgm:t>
        <a:bodyPr/>
        <a:lstStyle/>
        <a:p>
          <a:endParaRPr lang="en-US"/>
        </a:p>
      </dgm:t>
    </dgm:pt>
    <dgm:pt modelId="{B0A60086-D321-43DF-986D-EC9F8CD0F950}" type="sibTrans" cxnId="{EB231DF5-0266-4FA6-AC8C-36673051B1AC}">
      <dgm:prSet/>
      <dgm:spPr/>
      <dgm:t>
        <a:bodyPr/>
        <a:lstStyle/>
        <a:p>
          <a:endParaRPr lang="en-US"/>
        </a:p>
      </dgm:t>
    </dgm:pt>
    <dgm:pt modelId="{DD604866-42C4-4490-A3B5-F929C60C9A92}" type="pres">
      <dgm:prSet presAssocID="{6174A85A-B217-490D-9DDE-5A95A0BF0781}" presName="root" presStyleCnt="0">
        <dgm:presLayoutVars>
          <dgm:dir/>
          <dgm:resizeHandles val="exact"/>
        </dgm:presLayoutVars>
      </dgm:prSet>
      <dgm:spPr/>
    </dgm:pt>
    <dgm:pt modelId="{A30FCAF7-1B45-4C7A-A493-01E90B027811}" type="pres">
      <dgm:prSet presAssocID="{68FF6AEA-5A41-410E-A1B1-B50E6B579509}" presName="compNode" presStyleCnt="0"/>
      <dgm:spPr/>
    </dgm:pt>
    <dgm:pt modelId="{87175AB8-8EBB-49CB-88AE-F30D40F2DD8D}" type="pres">
      <dgm:prSet presAssocID="{68FF6AEA-5A41-410E-A1B1-B50E6B579509}" presName="bgRect" presStyleLbl="bgShp" presStyleIdx="0" presStyleCnt="4"/>
      <dgm:spPr/>
    </dgm:pt>
    <dgm:pt modelId="{AAA302C6-C005-47F4-A708-BB0A007E7D66}" type="pres">
      <dgm:prSet presAssocID="{68FF6AEA-5A41-410E-A1B1-B50E6B5795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1DA607AB-DC02-4609-A4BA-17AA8F18B4B5}" type="pres">
      <dgm:prSet presAssocID="{68FF6AEA-5A41-410E-A1B1-B50E6B579509}" presName="spaceRect" presStyleCnt="0"/>
      <dgm:spPr/>
    </dgm:pt>
    <dgm:pt modelId="{48EFAAE6-FF48-4913-B4C7-5B9B0C557E9A}" type="pres">
      <dgm:prSet presAssocID="{68FF6AEA-5A41-410E-A1B1-B50E6B579509}" presName="parTx" presStyleLbl="revTx" presStyleIdx="0" presStyleCnt="4">
        <dgm:presLayoutVars>
          <dgm:chMax val="0"/>
          <dgm:chPref val="0"/>
        </dgm:presLayoutVars>
      </dgm:prSet>
      <dgm:spPr/>
    </dgm:pt>
    <dgm:pt modelId="{5FFB57B7-94D7-4348-AD47-2704C888DC67}" type="pres">
      <dgm:prSet presAssocID="{F8C1AAA3-77F3-4B36-910A-E4C2266A11D1}" presName="sibTrans" presStyleCnt="0"/>
      <dgm:spPr/>
    </dgm:pt>
    <dgm:pt modelId="{5BFFE92C-12DA-4955-838D-DE135A1398EB}" type="pres">
      <dgm:prSet presAssocID="{6BEA37F3-F215-4D34-B0F4-BE8F44E003D8}" presName="compNode" presStyleCnt="0"/>
      <dgm:spPr/>
    </dgm:pt>
    <dgm:pt modelId="{B16CB209-3A47-491E-A92B-779C250C0CF3}" type="pres">
      <dgm:prSet presAssocID="{6BEA37F3-F215-4D34-B0F4-BE8F44E003D8}" presName="bgRect" presStyleLbl="bgShp" presStyleIdx="1" presStyleCnt="4"/>
      <dgm:spPr/>
    </dgm:pt>
    <dgm:pt modelId="{95D8B6F2-02E8-4DA2-ADE8-2ECF26F09CC5}" type="pres">
      <dgm:prSet presAssocID="{6BEA37F3-F215-4D34-B0F4-BE8F44E003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356284-36EF-42DC-8CC5-C6FF81F91ACF}" type="pres">
      <dgm:prSet presAssocID="{6BEA37F3-F215-4D34-B0F4-BE8F44E003D8}" presName="spaceRect" presStyleCnt="0"/>
      <dgm:spPr/>
    </dgm:pt>
    <dgm:pt modelId="{FFD0C82D-84BB-4E15-B378-0980C0851E9B}" type="pres">
      <dgm:prSet presAssocID="{6BEA37F3-F215-4D34-B0F4-BE8F44E003D8}" presName="parTx" presStyleLbl="revTx" presStyleIdx="1" presStyleCnt="4">
        <dgm:presLayoutVars>
          <dgm:chMax val="0"/>
          <dgm:chPref val="0"/>
        </dgm:presLayoutVars>
      </dgm:prSet>
      <dgm:spPr/>
    </dgm:pt>
    <dgm:pt modelId="{44E5E8D5-45BD-4C41-998E-76EA5037FEEF}" type="pres">
      <dgm:prSet presAssocID="{68F687BC-D8AE-4D00-8021-4647EE868E6F}" presName="sibTrans" presStyleCnt="0"/>
      <dgm:spPr/>
    </dgm:pt>
    <dgm:pt modelId="{4EB25475-2DBF-4399-8435-2C7B64434441}" type="pres">
      <dgm:prSet presAssocID="{A4012ADA-6CBD-4737-B4F2-B765069FEFAE}" presName="compNode" presStyleCnt="0"/>
      <dgm:spPr/>
    </dgm:pt>
    <dgm:pt modelId="{F21940FF-064A-46CA-AE60-2289A03CFC54}" type="pres">
      <dgm:prSet presAssocID="{A4012ADA-6CBD-4737-B4F2-B765069FEFAE}" presName="bgRect" presStyleLbl="bgShp" presStyleIdx="2" presStyleCnt="4"/>
      <dgm:spPr/>
    </dgm:pt>
    <dgm:pt modelId="{14457DF0-CAE0-416A-89DF-FC473BB4105F}" type="pres">
      <dgm:prSet presAssocID="{A4012ADA-6CBD-4737-B4F2-B765069FEF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5EDFB44B-50B3-4862-950F-CEB998FDA55F}" type="pres">
      <dgm:prSet presAssocID="{A4012ADA-6CBD-4737-B4F2-B765069FEFAE}" presName="spaceRect" presStyleCnt="0"/>
      <dgm:spPr/>
    </dgm:pt>
    <dgm:pt modelId="{85DA40EE-2B1A-4DDB-B5C5-0326DEF5A6AA}" type="pres">
      <dgm:prSet presAssocID="{A4012ADA-6CBD-4737-B4F2-B765069FEFAE}" presName="parTx" presStyleLbl="revTx" presStyleIdx="2" presStyleCnt="4">
        <dgm:presLayoutVars>
          <dgm:chMax val="0"/>
          <dgm:chPref val="0"/>
        </dgm:presLayoutVars>
      </dgm:prSet>
      <dgm:spPr/>
    </dgm:pt>
    <dgm:pt modelId="{959A0245-D8D4-41CC-93D6-566303EDD24B}" type="pres">
      <dgm:prSet presAssocID="{39C70794-F2A4-4CB3-A4EE-2B2574FF4C36}" presName="sibTrans" presStyleCnt="0"/>
      <dgm:spPr/>
    </dgm:pt>
    <dgm:pt modelId="{0DDB182A-D0C9-4964-A98D-9718F41D3EAC}" type="pres">
      <dgm:prSet presAssocID="{0FBABAD9-82E9-4803-A85C-8D3D232A7D91}" presName="compNode" presStyleCnt="0"/>
      <dgm:spPr/>
    </dgm:pt>
    <dgm:pt modelId="{765158AA-AD48-4648-B8F8-803EE1DF13B3}" type="pres">
      <dgm:prSet presAssocID="{0FBABAD9-82E9-4803-A85C-8D3D232A7D91}" presName="bgRect" presStyleLbl="bgShp" presStyleIdx="3" presStyleCnt="4"/>
      <dgm:spPr/>
    </dgm:pt>
    <dgm:pt modelId="{60A90D52-3F91-4545-84A8-BAEC80945736}" type="pres">
      <dgm:prSet presAssocID="{0FBABAD9-82E9-4803-A85C-8D3D232A7D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B41DA466-8191-4CD9-9617-EE7F43AFF418}" type="pres">
      <dgm:prSet presAssocID="{0FBABAD9-82E9-4803-A85C-8D3D232A7D91}" presName="spaceRect" presStyleCnt="0"/>
      <dgm:spPr/>
    </dgm:pt>
    <dgm:pt modelId="{34331B5F-CF8C-481A-8B97-B44B3FF8CABF}" type="pres">
      <dgm:prSet presAssocID="{0FBABAD9-82E9-4803-A85C-8D3D232A7D9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541E522-2292-47F6-9059-6D7A71D726C8}" type="presOf" srcId="{A4012ADA-6CBD-4737-B4F2-B765069FEFAE}" destId="{85DA40EE-2B1A-4DDB-B5C5-0326DEF5A6AA}" srcOrd="0" destOrd="0" presId="urn:microsoft.com/office/officeart/2018/2/layout/IconVerticalSolidList"/>
    <dgm:cxn modelId="{45896A6A-0452-4FB9-956F-CEAB0ABFC527}" type="presOf" srcId="{0FBABAD9-82E9-4803-A85C-8D3D232A7D91}" destId="{34331B5F-CF8C-481A-8B97-B44B3FF8CABF}" srcOrd="0" destOrd="0" presId="urn:microsoft.com/office/officeart/2018/2/layout/IconVerticalSolidList"/>
    <dgm:cxn modelId="{3F21F96C-D121-4B06-B571-F3B73B0F4C76}" srcId="{6174A85A-B217-490D-9DDE-5A95A0BF0781}" destId="{6BEA37F3-F215-4D34-B0F4-BE8F44E003D8}" srcOrd="1" destOrd="0" parTransId="{EEE8BEA8-15F2-4C0C-B101-FCEE679D8E96}" sibTransId="{68F687BC-D8AE-4D00-8021-4647EE868E6F}"/>
    <dgm:cxn modelId="{9E12168F-5633-42C9-A0D7-B1C589718BE8}" type="presOf" srcId="{68FF6AEA-5A41-410E-A1B1-B50E6B579509}" destId="{48EFAAE6-FF48-4913-B4C7-5B9B0C557E9A}" srcOrd="0" destOrd="0" presId="urn:microsoft.com/office/officeart/2018/2/layout/IconVerticalSolidList"/>
    <dgm:cxn modelId="{2BC6FC93-B0E3-41B5-BB7F-B9A33F1CD15E}" type="presOf" srcId="{6174A85A-B217-490D-9DDE-5A95A0BF0781}" destId="{DD604866-42C4-4490-A3B5-F929C60C9A92}" srcOrd="0" destOrd="0" presId="urn:microsoft.com/office/officeart/2018/2/layout/IconVerticalSolidList"/>
    <dgm:cxn modelId="{B2B058AF-B4D1-4B44-96D1-034A7C6C5889}" srcId="{6174A85A-B217-490D-9DDE-5A95A0BF0781}" destId="{A4012ADA-6CBD-4737-B4F2-B765069FEFAE}" srcOrd="2" destOrd="0" parTransId="{EA23D9F6-5857-46FB-86BF-B3AF74D1E47D}" sibTransId="{39C70794-F2A4-4CB3-A4EE-2B2574FF4C36}"/>
    <dgm:cxn modelId="{86DA74ED-E8D1-4942-AF28-22F973A8E637}" type="presOf" srcId="{6BEA37F3-F215-4D34-B0F4-BE8F44E003D8}" destId="{FFD0C82D-84BB-4E15-B378-0980C0851E9B}" srcOrd="0" destOrd="0" presId="urn:microsoft.com/office/officeart/2018/2/layout/IconVerticalSolidList"/>
    <dgm:cxn modelId="{EB231DF5-0266-4FA6-AC8C-36673051B1AC}" srcId="{6174A85A-B217-490D-9DDE-5A95A0BF0781}" destId="{0FBABAD9-82E9-4803-A85C-8D3D232A7D91}" srcOrd="3" destOrd="0" parTransId="{620CB9D4-2497-41DB-8983-25E13697C8B4}" sibTransId="{B0A60086-D321-43DF-986D-EC9F8CD0F950}"/>
    <dgm:cxn modelId="{27C455F9-5309-4357-AEE0-71D7C05B74EA}" srcId="{6174A85A-B217-490D-9DDE-5A95A0BF0781}" destId="{68FF6AEA-5A41-410E-A1B1-B50E6B579509}" srcOrd="0" destOrd="0" parTransId="{81906F56-5C21-4214-99F6-76D47BBB6652}" sibTransId="{F8C1AAA3-77F3-4B36-910A-E4C2266A11D1}"/>
    <dgm:cxn modelId="{2C9D2FAF-560D-47D9-970F-96AE41DB405A}" type="presParOf" srcId="{DD604866-42C4-4490-A3B5-F929C60C9A92}" destId="{A30FCAF7-1B45-4C7A-A493-01E90B027811}" srcOrd="0" destOrd="0" presId="urn:microsoft.com/office/officeart/2018/2/layout/IconVerticalSolidList"/>
    <dgm:cxn modelId="{0EA20F34-693A-45CA-8D43-C38B261ECBDD}" type="presParOf" srcId="{A30FCAF7-1B45-4C7A-A493-01E90B027811}" destId="{87175AB8-8EBB-49CB-88AE-F30D40F2DD8D}" srcOrd="0" destOrd="0" presId="urn:microsoft.com/office/officeart/2018/2/layout/IconVerticalSolidList"/>
    <dgm:cxn modelId="{CA449074-D2F3-4F2E-85F5-612772135340}" type="presParOf" srcId="{A30FCAF7-1B45-4C7A-A493-01E90B027811}" destId="{AAA302C6-C005-47F4-A708-BB0A007E7D66}" srcOrd="1" destOrd="0" presId="urn:microsoft.com/office/officeart/2018/2/layout/IconVerticalSolidList"/>
    <dgm:cxn modelId="{0295AD67-9C80-48B7-A19B-6CAAA3EFC96F}" type="presParOf" srcId="{A30FCAF7-1B45-4C7A-A493-01E90B027811}" destId="{1DA607AB-DC02-4609-A4BA-17AA8F18B4B5}" srcOrd="2" destOrd="0" presId="urn:microsoft.com/office/officeart/2018/2/layout/IconVerticalSolidList"/>
    <dgm:cxn modelId="{F9685C15-D1E7-4540-9F7B-24D3B06E9A91}" type="presParOf" srcId="{A30FCAF7-1B45-4C7A-A493-01E90B027811}" destId="{48EFAAE6-FF48-4913-B4C7-5B9B0C557E9A}" srcOrd="3" destOrd="0" presId="urn:microsoft.com/office/officeart/2018/2/layout/IconVerticalSolidList"/>
    <dgm:cxn modelId="{4A5953F5-29E5-45D6-95D5-56183FC84C93}" type="presParOf" srcId="{DD604866-42C4-4490-A3B5-F929C60C9A92}" destId="{5FFB57B7-94D7-4348-AD47-2704C888DC67}" srcOrd="1" destOrd="0" presId="urn:microsoft.com/office/officeart/2018/2/layout/IconVerticalSolidList"/>
    <dgm:cxn modelId="{3E25EAFE-BE4C-461E-BA4D-64202D79286F}" type="presParOf" srcId="{DD604866-42C4-4490-A3B5-F929C60C9A92}" destId="{5BFFE92C-12DA-4955-838D-DE135A1398EB}" srcOrd="2" destOrd="0" presId="urn:microsoft.com/office/officeart/2018/2/layout/IconVerticalSolidList"/>
    <dgm:cxn modelId="{2C75E981-9C97-4DE6-9C2C-54EB78329BA3}" type="presParOf" srcId="{5BFFE92C-12DA-4955-838D-DE135A1398EB}" destId="{B16CB209-3A47-491E-A92B-779C250C0CF3}" srcOrd="0" destOrd="0" presId="urn:microsoft.com/office/officeart/2018/2/layout/IconVerticalSolidList"/>
    <dgm:cxn modelId="{566D0790-7DD1-4197-A2F7-E0C388C78FBD}" type="presParOf" srcId="{5BFFE92C-12DA-4955-838D-DE135A1398EB}" destId="{95D8B6F2-02E8-4DA2-ADE8-2ECF26F09CC5}" srcOrd="1" destOrd="0" presId="urn:microsoft.com/office/officeart/2018/2/layout/IconVerticalSolidList"/>
    <dgm:cxn modelId="{AD901738-5DC2-490A-977D-43AB172A7507}" type="presParOf" srcId="{5BFFE92C-12DA-4955-838D-DE135A1398EB}" destId="{00356284-36EF-42DC-8CC5-C6FF81F91ACF}" srcOrd="2" destOrd="0" presId="urn:microsoft.com/office/officeart/2018/2/layout/IconVerticalSolidList"/>
    <dgm:cxn modelId="{3F14992F-EDC0-4390-A8F3-AEF3C7F5EC35}" type="presParOf" srcId="{5BFFE92C-12DA-4955-838D-DE135A1398EB}" destId="{FFD0C82D-84BB-4E15-B378-0980C0851E9B}" srcOrd="3" destOrd="0" presId="urn:microsoft.com/office/officeart/2018/2/layout/IconVerticalSolidList"/>
    <dgm:cxn modelId="{0B699C66-446D-4AEF-9D8F-B555F07B2D67}" type="presParOf" srcId="{DD604866-42C4-4490-A3B5-F929C60C9A92}" destId="{44E5E8D5-45BD-4C41-998E-76EA5037FEEF}" srcOrd="3" destOrd="0" presId="urn:microsoft.com/office/officeart/2018/2/layout/IconVerticalSolidList"/>
    <dgm:cxn modelId="{1DD09441-28B0-41FC-A0AE-557AEECEC684}" type="presParOf" srcId="{DD604866-42C4-4490-A3B5-F929C60C9A92}" destId="{4EB25475-2DBF-4399-8435-2C7B64434441}" srcOrd="4" destOrd="0" presId="urn:microsoft.com/office/officeart/2018/2/layout/IconVerticalSolidList"/>
    <dgm:cxn modelId="{40D9994D-CFD3-48A0-A469-53C606DBF1A1}" type="presParOf" srcId="{4EB25475-2DBF-4399-8435-2C7B64434441}" destId="{F21940FF-064A-46CA-AE60-2289A03CFC54}" srcOrd="0" destOrd="0" presId="urn:microsoft.com/office/officeart/2018/2/layout/IconVerticalSolidList"/>
    <dgm:cxn modelId="{0C1C4DDA-8AA2-42AB-93F4-238D3A2ECEF9}" type="presParOf" srcId="{4EB25475-2DBF-4399-8435-2C7B64434441}" destId="{14457DF0-CAE0-416A-89DF-FC473BB4105F}" srcOrd="1" destOrd="0" presId="urn:microsoft.com/office/officeart/2018/2/layout/IconVerticalSolidList"/>
    <dgm:cxn modelId="{DA5E731D-D606-4D42-A006-39EB08B78670}" type="presParOf" srcId="{4EB25475-2DBF-4399-8435-2C7B64434441}" destId="{5EDFB44B-50B3-4862-950F-CEB998FDA55F}" srcOrd="2" destOrd="0" presId="urn:microsoft.com/office/officeart/2018/2/layout/IconVerticalSolidList"/>
    <dgm:cxn modelId="{E1355447-14A6-44A9-B494-15E28BAF1CB4}" type="presParOf" srcId="{4EB25475-2DBF-4399-8435-2C7B64434441}" destId="{85DA40EE-2B1A-4DDB-B5C5-0326DEF5A6AA}" srcOrd="3" destOrd="0" presId="urn:microsoft.com/office/officeart/2018/2/layout/IconVerticalSolidList"/>
    <dgm:cxn modelId="{DBAD137D-8B4B-4045-9A7D-A34EC5B5DDCF}" type="presParOf" srcId="{DD604866-42C4-4490-A3B5-F929C60C9A92}" destId="{959A0245-D8D4-41CC-93D6-566303EDD24B}" srcOrd="5" destOrd="0" presId="urn:microsoft.com/office/officeart/2018/2/layout/IconVerticalSolidList"/>
    <dgm:cxn modelId="{D3AA99DE-769E-4A83-87ED-24CE2A7C3716}" type="presParOf" srcId="{DD604866-42C4-4490-A3B5-F929C60C9A92}" destId="{0DDB182A-D0C9-4964-A98D-9718F41D3EAC}" srcOrd="6" destOrd="0" presId="urn:microsoft.com/office/officeart/2018/2/layout/IconVerticalSolidList"/>
    <dgm:cxn modelId="{A2556A6E-5801-4721-8CC2-03D740FD0F16}" type="presParOf" srcId="{0DDB182A-D0C9-4964-A98D-9718F41D3EAC}" destId="{765158AA-AD48-4648-B8F8-803EE1DF13B3}" srcOrd="0" destOrd="0" presId="urn:microsoft.com/office/officeart/2018/2/layout/IconVerticalSolidList"/>
    <dgm:cxn modelId="{7522E6D2-10D4-4CD3-8825-97DA7150E248}" type="presParOf" srcId="{0DDB182A-D0C9-4964-A98D-9718F41D3EAC}" destId="{60A90D52-3F91-4545-84A8-BAEC80945736}" srcOrd="1" destOrd="0" presId="urn:microsoft.com/office/officeart/2018/2/layout/IconVerticalSolidList"/>
    <dgm:cxn modelId="{289A66C0-AA8B-4A2B-BE9D-60F7735F839D}" type="presParOf" srcId="{0DDB182A-D0C9-4964-A98D-9718F41D3EAC}" destId="{B41DA466-8191-4CD9-9617-EE7F43AFF418}" srcOrd="2" destOrd="0" presId="urn:microsoft.com/office/officeart/2018/2/layout/IconVerticalSolidList"/>
    <dgm:cxn modelId="{A0632690-261C-4717-A1CC-6C14FB9DCF03}" type="presParOf" srcId="{0DDB182A-D0C9-4964-A98D-9718F41D3EAC}" destId="{34331B5F-CF8C-481A-8B97-B44B3FF8CA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EA73AB-D8A0-4870-A873-C54F76B9A7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6183F3-EEF2-4298-8438-B8646D7B13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SOTA Vision-language models such as Grounding Dino, Gemma3, Paligemma2 offers powerful open-vocab, zero-shot detection and semantic understanding capabilities.</a:t>
          </a:r>
          <a:endParaRPr lang="en-US"/>
        </a:p>
      </dgm:t>
    </dgm:pt>
    <dgm:pt modelId="{F768EEAC-A011-4269-AF0E-4B301EEC223A}" type="parTrans" cxnId="{0FE7B871-B0C3-49B5-9A59-51D955120135}">
      <dgm:prSet/>
      <dgm:spPr/>
      <dgm:t>
        <a:bodyPr/>
        <a:lstStyle/>
        <a:p>
          <a:endParaRPr lang="en-US"/>
        </a:p>
      </dgm:t>
    </dgm:pt>
    <dgm:pt modelId="{EF57A075-4720-437B-AB75-7DCCE435E4AB}" type="sibTrans" cxnId="{0FE7B871-B0C3-49B5-9A59-51D955120135}">
      <dgm:prSet/>
      <dgm:spPr/>
      <dgm:t>
        <a:bodyPr/>
        <a:lstStyle/>
        <a:p>
          <a:endParaRPr lang="en-US"/>
        </a:p>
      </dgm:t>
    </dgm:pt>
    <dgm:pt modelId="{1090DB96-C5CA-4891-B6FD-F33CEDFA08A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Raw outputs from these models suffer from noise, redundancy and temporal inconsistencies.</a:t>
          </a:r>
          <a:endParaRPr lang="en-US"/>
        </a:p>
      </dgm:t>
    </dgm:pt>
    <dgm:pt modelId="{CEF96C46-36FD-41B5-8C21-740CAA1C10D1}" type="parTrans" cxnId="{562715C6-ECE8-47C4-8872-040CFCF2B0B6}">
      <dgm:prSet/>
      <dgm:spPr/>
      <dgm:t>
        <a:bodyPr/>
        <a:lstStyle/>
        <a:p>
          <a:endParaRPr lang="en-US"/>
        </a:p>
      </dgm:t>
    </dgm:pt>
    <dgm:pt modelId="{2D341ADA-099B-454F-B68B-DFCF78022A33}" type="sibTrans" cxnId="{562715C6-ECE8-47C4-8872-040CFCF2B0B6}">
      <dgm:prSet/>
      <dgm:spPr/>
      <dgm:t>
        <a:bodyPr/>
        <a:lstStyle/>
        <a:p>
          <a:endParaRPr lang="en-US"/>
        </a:p>
      </dgm:t>
    </dgm:pt>
    <dgm:pt modelId="{520E98C4-6664-4587-893D-FADC43FC5CE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So, motivation is to leverage the recent advancements in these models by combining their capabilities into a reliable and scalable multi-layered pseudo-labelling pipeline</a:t>
          </a:r>
          <a:endParaRPr lang="en-US"/>
        </a:p>
      </dgm:t>
    </dgm:pt>
    <dgm:pt modelId="{A4FFBDC4-77CD-4C4E-B88F-1A5B96FC45C4}" type="parTrans" cxnId="{E43170BE-5BD7-4C06-A37C-B9960661D370}">
      <dgm:prSet/>
      <dgm:spPr/>
      <dgm:t>
        <a:bodyPr/>
        <a:lstStyle/>
        <a:p>
          <a:endParaRPr lang="en-US"/>
        </a:p>
      </dgm:t>
    </dgm:pt>
    <dgm:pt modelId="{FA302005-5D1A-447D-9BF8-D813C741EC84}" type="sibTrans" cxnId="{E43170BE-5BD7-4C06-A37C-B9960661D370}">
      <dgm:prSet/>
      <dgm:spPr/>
      <dgm:t>
        <a:bodyPr/>
        <a:lstStyle/>
        <a:p>
          <a:endParaRPr lang="en-US"/>
        </a:p>
      </dgm:t>
    </dgm:pt>
    <dgm:pt modelId="{ED00F7E7-2E74-4C31-88F1-2EF734C14161}" type="pres">
      <dgm:prSet presAssocID="{22EA73AB-D8A0-4870-A873-C54F76B9A797}" presName="root" presStyleCnt="0">
        <dgm:presLayoutVars>
          <dgm:dir/>
          <dgm:resizeHandles val="exact"/>
        </dgm:presLayoutVars>
      </dgm:prSet>
      <dgm:spPr/>
    </dgm:pt>
    <dgm:pt modelId="{97E1B7F8-6CC1-448A-88F5-8D9720B40B67}" type="pres">
      <dgm:prSet presAssocID="{896183F3-EEF2-4298-8438-B8646D7B132D}" presName="compNode" presStyleCnt="0"/>
      <dgm:spPr/>
    </dgm:pt>
    <dgm:pt modelId="{16DCE474-5A94-4FD1-BA2D-29603222E3A6}" type="pres">
      <dgm:prSet presAssocID="{896183F3-EEF2-4298-8438-B8646D7B132D}" presName="bgRect" presStyleLbl="bgShp" presStyleIdx="0" presStyleCnt="3"/>
      <dgm:spPr/>
    </dgm:pt>
    <dgm:pt modelId="{E46BDC53-5F50-4703-A52F-17C4680E1E48}" type="pres">
      <dgm:prSet presAssocID="{896183F3-EEF2-4298-8438-B8646D7B13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AC442179-5581-42D1-94DE-380CD1F93A4E}" type="pres">
      <dgm:prSet presAssocID="{896183F3-EEF2-4298-8438-B8646D7B132D}" presName="spaceRect" presStyleCnt="0"/>
      <dgm:spPr/>
    </dgm:pt>
    <dgm:pt modelId="{A06D56A2-9CC5-4CA8-8B9B-91DE06B9B274}" type="pres">
      <dgm:prSet presAssocID="{896183F3-EEF2-4298-8438-B8646D7B132D}" presName="parTx" presStyleLbl="revTx" presStyleIdx="0" presStyleCnt="3">
        <dgm:presLayoutVars>
          <dgm:chMax val="0"/>
          <dgm:chPref val="0"/>
        </dgm:presLayoutVars>
      </dgm:prSet>
      <dgm:spPr/>
    </dgm:pt>
    <dgm:pt modelId="{192D1D04-B0B3-492C-9418-68442919732E}" type="pres">
      <dgm:prSet presAssocID="{EF57A075-4720-437B-AB75-7DCCE435E4AB}" presName="sibTrans" presStyleCnt="0"/>
      <dgm:spPr/>
    </dgm:pt>
    <dgm:pt modelId="{7F28BF52-6769-4EE7-99F3-F051F477D5C4}" type="pres">
      <dgm:prSet presAssocID="{1090DB96-C5CA-4891-B6FD-F33CEDFA08A0}" presName="compNode" presStyleCnt="0"/>
      <dgm:spPr/>
    </dgm:pt>
    <dgm:pt modelId="{4494D581-9AFF-4501-972F-069A93EA72DA}" type="pres">
      <dgm:prSet presAssocID="{1090DB96-C5CA-4891-B6FD-F33CEDFA08A0}" presName="bgRect" presStyleLbl="bgShp" presStyleIdx="1" presStyleCnt="3"/>
      <dgm:spPr/>
    </dgm:pt>
    <dgm:pt modelId="{AE4DEF96-3EBE-4A3B-A243-CBD1D17946E0}" type="pres">
      <dgm:prSet presAssocID="{1090DB96-C5CA-4891-B6FD-F33CEDFA08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CEF6AB-09D6-4B36-AB83-E0C7BE14703A}" type="pres">
      <dgm:prSet presAssocID="{1090DB96-C5CA-4891-B6FD-F33CEDFA08A0}" presName="spaceRect" presStyleCnt="0"/>
      <dgm:spPr/>
    </dgm:pt>
    <dgm:pt modelId="{BAB38044-F8E4-45CA-B531-38A94927CF6C}" type="pres">
      <dgm:prSet presAssocID="{1090DB96-C5CA-4891-B6FD-F33CEDFA08A0}" presName="parTx" presStyleLbl="revTx" presStyleIdx="1" presStyleCnt="3">
        <dgm:presLayoutVars>
          <dgm:chMax val="0"/>
          <dgm:chPref val="0"/>
        </dgm:presLayoutVars>
      </dgm:prSet>
      <dgm:spPr/>
    </dgm:pt>
    <dgm:pt modelId="{DD6C1463-3707-48DE-ADE6-43C5A143A3B6}" type="pres">
      <dgm:prSet presAssocID="{2D341ADA-099B-454F-B68B-DFCF78022A33}" presName="sibTrans" presStyleCnt="0"/>
      <dgm:spPr/>
    </dgm:pt>
    <dgm:pt modelId="{34324122-7B5C-4BDA-9E40-2CEC188C5EDC}" type="pres">
      <dgm:prSet presAssocID="{520E98C4-6664-4587-893D-FADC43FC5CEB}" presName="compNode" presStyleCnt="0"/>
      <dgm:spPr/>
    </dgm:pt>
    <dgm:pt modelId="{BBB36C9D-C422-4987-B63D-B8EC892313D6}" type="pres">
      <dgm:prSet presAssocID="{520E98C4-6664-4587-893D-FADC43FC5CEB}" presName="bgRect" presStyleLbl="bgShp" presStyleIdx="2" presStyleCnt="3"/>
      <dgm:spPr/>
    </dgm:pt>
    <dgm:pt modelId="{FA1C7A96-D550-45D2-B09C-C467EF64499C}" type="pres">
      <dgm:prSet presAssocID="{520E98C4-6664-4587-893D-FADC43FC5C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7C6667-BEFE-473A-B045-78310A2B5D15}" type="pres">
      <dgm:prSet presAssocID="{520E98C4-6664-4587-893D-FADC43FC5CEB}" presName="spaceRect" presStyleCnt="0"/>
      <dgm:spPr/>
    </dgm:pt>
    <dgm:pt modelId="{B6F1317F-1463-4582-B5F3-704824E85085}" type="pres">
      <dgm:prSet presAssocID="{520E98C4-6664-4587-893D-FADC43FC5C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4316808-8B73-484C-8AB7-8D61E8A4A140}" type="presOf" srcId="{520E98C4-6664-4587-893D-FADC43FC5CEB}" destId="{B6F1317F-1463-4582-B5F3-704824E85085}" srcOrd="0" destOrd="0" presId="urn:microsoft.com/office/officeart/2018/2/layout/IconVerticalSolidList"/>
    <dgm:cxn modelId="{BDB5CB09-6283-449E-9FDB-6D686301386C}" type="presOf" srcId="{1090DB96-C5CA-4891-B6FD-F33CEDFA08A0}" destId="{BAB38044-F8E4-45CA-B531-38A94927CF6C}" srcOrd="0" destOrd="0" presId="urn:microsoft.com/office/officeart/2018/2/layout/IconVerticalSolidList"/>
    <dgm:cxn modelId="{FAB9B738-7D0C-4814-855A-D28F96E7B27C}" type="presOf" srcId="{896183F3-EEF2-4298-8438-B8646D7B132D}" destId="{A06D56A2-9CC5-4CA8-8B9B-91DE06B9B274}" srcOrd="0" destOrd="0" presId="urn:microsoft.com/office/officeart/2018/2/layout/IconVerticalSolidList"/>
    <dgm:cxn modelId="{0FE7B871-B0C3-49B5-9A59-51D955120135}" srcId="{22EA73AB-D8A0-4870-A873-C54F76B9A797}" destId="{896183F3-EEF2-4298-8438-B8646D7B132D}" srcOrd="0" destOrd="0" parTransId="{F768EEAC-A011-4269-AF0E-4B301EEC223A}" sibTransId="{EF57A075-4720-437B-AB75-7DCCE435E4AB}"/>
    <dgm:cxn modelId="{69923D87-90FA-444F-9EEB-275D9FB5C8ED}" type="presOf" srcId="{22EA73AB-D8A0-4870-A873-C54F76B9A797}" destId="{ED00F7E7-2E74-4C31-88F1-2EF734C14161}" srcOrd="0" destOrd="0" presId="urn:microsoft.com/office/officeart/2018/2/layout/IconVerticalSolidList"/>
    <dgm:cxn modelId="{E43170BE-5BD7-4C06-A37C-B9960661D370}" srcId="{22EA73AB-D8A0-4870-A873-C54F76B9A797}" destId="{520E98C4-6664-4587-893D-FADC43FC5CEB}" srcOrd="2" destOrd="0" parTransId="{A4FFBDC4-77CD-4C4E-B88F-1A5B96FC45C4}" sibTransId="{FA302005-5D1A-447D-9BF8-D813C741EC84}"/>
    <dgm:cxn modelId="{562715C6-ECE8-47C4-8872-040CFCF2B0B6}" srcId="{22EA73AB-D8A0-4870-A873-C54F76B9A797}" destId="{1090DB96-C5CA-4891-B6FD-F33CEDFA08A0}" srcOrd="1" destOrd="0" parTransId="{CEF96C46-36FD-41B5-8C21-740CAA1C10D1}" sibTransId="{2D341ADA-099B-454F-B68B-DFCF78022A33}"/>
    <dgm:cxn modelId="{5D7B1FDC-5A47-469D-BE87-6907D069215C}" type="presParOf" srcId="{ED00F7E7-2E74-4C31-88F1-2EF734C14161}" destId="{97E1B7F8-6CC1-448A-88F5-8D9720B40B67}" srcOrd="0" destOrd="0" presId="urn:microsoft.com/office/officeart/2018/2/layout/IconVerticalSolidList"/>
    <dgm:cxn modelId="{17C567A4-F5C1-47B0-A4D2-7D0039344AE1}" type="presParOf" srcId="{97E1B7F8-6CC1-448A-88F5-8D9720B40B67}" destId="{16DCE474-5A94-4FD1-BA2D-29603222E3A6}" srcOrd="0" destOrd="0" presId="urn:microsoft.com/office/officeart/2018/2/layout/IconVerticalSolidList"/>
    <dgm:cxn modelId="{9BD54BC7-9287-454E-866C-C33643DA7D9B}" type="presParOf" srcId="{97E1B7F8-6CC1-448A-88F5-8D9720B40B67}" destId="{E46BDC53-5F50-4703-A52F-17C4680E1E48}" srcOrd="1" destOrd="0" presId="urn:microsoft.com/office/officeart/2018/2/layout/IconVerticalSolidList"/>
    <dgm:cxn modelId="{7A870C01-9619-465A-AB7E-54A8173E64D1}" type="presParOf" srcId="{97E1B7F8-6CC1-448A-88F5-8D9720B40B67}" destId="{AC442179-5581-42D1-94DE-380CD1F93A4E}" srcOrd="2" destOrd="0" presId="urn:microsoft.com/office/officeart/2018/2/layout/IconVerticalSolidList"/>
    <dgm:cxn modelId="{0D9FAF36-6E09-4DD6-9476-3EA0268F02E3}" type="presParOf" srcId="{97E1B7F8-6CC1-448A-88F5-8D9720B40B67}" destId="{A06D56A2-9CC5-4CA8-8B9B-91DE06B9B274}" srcOrd="3" destOrd="0" presId="urn:microsoft.com/office/officeart/2018/2/layout/IconVerticalSolidList"/>
    <dgm:cxn modelId="{01118025-637F-4069-A3A0-021D064003E9}" type="presParOf" srcId="{ED00F7E7-2E74-4C31-88F1-2EF734C14161}" destId="{192D1D04-B0B3-492C-9418-68442919732E}" srcOrd="1" destOrd="0" presId="urn:microsoft.com/office/officeart/2018/2/layout/IconVerticalSolidList"/>
    <dgm:cxn modelId="{EE085774-0112-4621-95EA-95B1BCEB608A}" type="presParOf" srcId="{ED00F7E7-2E74-4C31-88F1-2EF734C14161}" destId="{7F28BF52-6769-4EE7-99F3-F051F477D5C4}" srcOrd="2" destOrd="0" presId="urn:microsoft.com/office/officeart/2018/2/layout/IconVerticalSolidList"/>
    <dgm:cxn modelId="{0FEA996A-9F6C-43B1-B751-97ADD8493C7C}" type="presParOf" srcId="{7F28BF52-6769-4EE7-99F3-F051F477D5C4}" destId="{4494D581-9AFF-4501-972F-069A93EA72DA}" srcOrd="0" destOrd="0" presId="urn:microsoft.com/office/officeart/2018/2/layout/IconVerticalSolidList"/>
    <dgm:cxn modelId="{E6E99EBD-DCEC-4C71-8B8E-1D00EF86638E}" type="presParOf" srcId="{7F28BF52-6769-4EE7-99F3-F051F477D5C4}" destId="{AE4DEF96-3EBE-4A3B-A243-CBD1D17946E0}" srcOrd="1" destOrd="0" presId="urn:microsoft.com/office/officeart/2018/2/layout/IconVerticalSolidList"/>
    <dgm:cxn modelId="{429DB535-AD37-4ED2-9A23-05783B372865}" type="presParOf" srcId="{7F28BF52-6769-4EE7-99F3-F051F477D5C4}" destId="{7FCEF6AB-09D6-4B36-AB83-E0C7BE14703A}" srcOrd="2" destOrd="0" presId="urn:microsoft.com/office/officeart/2018/2/layout/IconVerticalSolidList"/>
    <dgm:cxn modelId="{9BAC84AA-BF5C-4CCC-AEEF-F68298B15371}" type="presParOf" srcId="{7F28BF52-6769-4EE7-99F3-F051F477D5C4}" destId="{BAB38044-F8E4-45CA-B531-38A94927CF6C}" srcOrd="3" destOrd="0" presId="urn:microsoft.com/office/officeart/2018/2/layout/IconVerticalSolidList"/>
    <dgm:cxn modelId="{0A9DFCA9-8D1B-47DF-A201-78A17B2C4C4A}" type="presParOf" srcId="{ED00F7E7-2E74-4C31-88F1-2EF734C14161}" destId="{DD6C1463-3707-48DE-ADE6-43C5A143A3B6}" srcOrd="3" destOrd="0" presId="urn:microsoft.com/office/officeart/2018/2/layout/IconVerticalSolidList"/>
    <dgm:cxn modelId="{7D1AAD13-E356-4F74-AFD0-3251599D0403}" type="presParOf" srcId="{ED00F7E7-2E74-4C31-88F1-2EF734C14161}" destId="{34324122-7B5C-4BDA-9E40-2CEC188C5EDC}" srcOrd="4" destOrd="0" presId="urn:microsoft.com/office/officeart/2018/2/layout/IconVerticalSolidList"/>
    <dgm:cxn modelId="{9308541D-CF36-40DB-9B35-7ACFB72E3DC6}" type="presParOf" srcId="{34324122-7B5C-4BDA-9E40-2CEC188C5EDC}" destId="{BBB36C9D-C422-4987-B63D-B8EC892313D6}" srcOrd="0" destOrd="0" presId="urn:microsoft.com/office/officeart/2018/2/layout/IconVerticalSolidList"/>
    <dgm:cxn modelId="{84A7B484-81DF-44B1-8830-67AE983B4DB1}" type="presParOf" srcId="{34324122-7B5C-4BDA-9E40-2CEC188C5EDC}" destId="{FA1C7A96-D550-45D2-B09C-C467EF64499C}" srcOrd="1" destOrd="0" presId="urn:microsoft.com/office/officeart/2018/2/layout/IconVerticalSolidList"/>
    <dgm:cxn modelId="{8FBB206E-C030-4DCE-A050-64A91F6D2F17}" type="presParOf" srcId="{34324122-7B5C-4BDA-9E40-2CEC188C5EDC}" destId="{DB7C6667-BEFE-473A-B045-78310A2B5D15}" srcOrd="2" destOrd="0" presId="urn:microsoft.com/office/officeart/2018/2/layout/IconVerticalSolidList"/>
    <dgm:cxn modelId="{181EB6E2-D0DE-496D-86D9-EC525D5DBF03}" type="presParOf" srcId="{34324122-7B5C-4BDA-9E40-2CEC188C5EDC}" destId="{B6F1317F-1463-4582-B5F3-704824E850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7EED04-C9C8-4EEF-B0D3-606871A018F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5B6724-2BCC-4DB8-B263-96C3199103AA}">
      <dgm:prSet custT="1"/>
      <dgm:spPr/>
      <dgm:t>
        <a:bodyPr/>
        <a:lstStyle/>
        <a:p>
          <a:r>
            <a:rPr lang="en-GB" sz="1800" dirty="0"/>
            <a:t>Design, implement, and evaluate an unsupervised pseudo-labelling framework</a:t>
          </a:r>
          <a:endParaRPr lang="en-US" sz="1800" dirty="0"/>
        </a:p>
      </dgm:t>
    </dgm:pt>
    <dgm:pt modelId="{F38B79EE-AEF8-4F76-95D9-B49F7C473CFA}" type="parTrans" cxnId="{A4DFC767-76C2-4B06-9F99-F9E3A915D75F}">
      <dgm:prSet/>
      <dgm:spPr/>
      <dgm:t>
        <a:bodyPr/>
        <a:lstStyle/>
        <a:p>
          <a:endParaRPr lang="en-US"/>
        </a:p>
      </dgm:t>
    </dgm:pt>
    <dgm:pt modelId="{B3E93A95-FE65-4CC9-BB8F-5FBAFAAD175F}" type="sibTrans" cxnId="{A4DFC767-76C2-4B06-9F99-F9E3A915D75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CE95726-C9C3-4719-8911-0C3C245049FF}">
      <dgm:prSet/>
      <dgm:spPr/>
      <dgm:t>
        <a:bodyPr/>
        <a:lstStyle/>
        <a:p>
          <a:r>
            <a:rPr lang="en-GB" dirty="0"/>
            <a:t>Investigate the role of Vision-language Models (VLMs) for noise filtration</a:t>
          </a:r>
          <a:endParaRPr lang="en-US" dirty="0"/>
        </a:p>
      </dgm:t>
    </dgm:pt>
    <dgm:pt modelId="{6667FE46-11E0-4D5F-BEC3-C7D9C0042FF8}" type="parTrans" cxnId="{98981DF1-E80F-4648-8516-50A0B0178E61}">
      <dgm:prSet/>
      <dgm:spPr/>
      <dgm:t>
        <a:bodyPr/>
        <a:lstStyle/>
        <a:p>
          <a:endParaRPr lang="en-US"/>
        </a:p>
      </dgm:t>
    </dgm:pt>
    <dgm:pt modelId="{6AC89A17-6A87-423A-9446-091EB52CBACF}" type="sibTrans" cxnId="{98981DF1-E80F-4648-8516-50A0B0178E6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BC70ADB-CF3D-4916-BC99-1F12233FE715}">
      <dgm:prSet/>
      <dgm:spPr/>
      <dgm:t>
        <a:bodyPr/>
        <a:lstStyle/>
        <a:p>
          <a:r>
            <a:rPr lang="en-GB" dirty="0"/>
            <a:t>Study threshold sensitivity in zero-set detector Grounding Dino</a:t>
          </a:r>
          <a:endParaRPr lang="en-US" dirty="0"/>
        </a:p>
      </dgm:t>
    </dgm:pt>
    <dgm:pt modelId="{DE12915E-5877-4312-9348-E7FDA0253E90}" type="parTrans" cxnId="{E9598F17-44DE-4AF0-9DEB-EDF4121D6F96}">
      <dgm:prSet/>
      <dgm:spPr/>
      <dgm:t>
        <a:bodyPr/>
        <a:lstStyle/>
        <a:p>
          <a:endParaRPr lang="en-US"/>
        </a:p>
      </dgm:t>
    </dgm:pt>
    <dgm:pt modelId="{FF6EA3CE-2777-4314-BCA7-2D4901E5C10F}" type="sibTrans" cxnId="{E9598F17-44DE-4AF0-9DEB-EDF4121D6F9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E2570EA-7105-4D55-8AB1-7E8AAC6CBC12}">
      <dgm:prSet/>
      <dgm:spPr/>
      <dgm:t>
        <a:bodyPr/>
        <a:lstStyle/>
        <a:p>
          <a:r>
            <a:rPr lang="en-GB" dirty="0"/>
            <a:t>Explore spatial and temporal enhancement (windowing, SAM2).</a:t>
          </a:r>
          <a:endParaRPr lang="en-US" dirty="0"/>
        </a:p>
      </dgm:t>
    </dgm:pt>
    <dgm:pt modelId="{0300F9B3-0466-4A60-868C-E3A582D3AE96}" type="parTrans" cxnId="{DD57DA8A-ADDD-4A01-B4C2-535AD4C4927C}">
      <dgm:prSet/>
      <dgm:spPr/>
      <dgm:t>
        <a:bodyPr/>
        <a:lstStyle/>
        <a:p>
          <a:endParaRPr lang="en-US"/>
        </a:p>
      </dgm:t>
    </dgm:pt>
    <dgm:pt modelId="{8C4716D9-60FA-471E-9304-18FB5E3457B1}" type="sibTrans" cxnId="{DD57DA8A-ADDD-4A01-B4C2-535AD4C4927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F2B60BA-6AF6-467F-A7D4-51B2DAC85FD0}">
      <dgm:prSet/>
      <dgm:spPr/>
      <dgm:t>
        <a:bodyPr/>
        <a:lstStyle/>
        <a:p>
          <a:r>
            <a:rPr lang="en-GB" dirty="0"/>
            <a:t>Assess prompt sensitivity of zero-set detectors/VLMs</a:t>
          </a:r>
          <a:endParaRPr lang="en-US" dirty="0"/>
        </a:p>
      </dgm:t>
    </dgm:pt>
    <dgm:pt modelId="{4EE33DC4-7869-4F6D-94B6-18BB6ED5A78F}" type="parTrans" cxnId="{6961A23F-CD54-4894-9BC1-E1464F4115B1}">
      <dgm:prSet/>
      <dgm:spPr/>
      <dgm:t>
        <a:bodyPr/>
        <a:lstStyle/>
        <a:p>
          <a:endParaRPr lang="en-US"/>
        </a:p>
      </dgm:t>
    </dgm:pt>
    <dgm:pt modelId="{6FDDDF12-4BEE-40E2-9142-2C9CFC7C04B0}" type="sibTrans" cxnId="{6961A23F-CD54-4894-9BC1-E1464F4115B1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664CF0D4-A8D1-4A72-8032-005236C124F9}" type="pres">
      <dgm:prSet presAssocID="{BB7EED04-C9C8-4EEF-B0D3-606871A018F0}" presName="linearFlow" presStyleCnt="0">
        <dgm:presLayoutVars>
          <dgm:dir/>
          <dgm:animLvl val="lvl"/>
          <dgm:resizeHandles val="exact"/>
        </dgm:presLayoutVars>
      </dgm:prSet>
      <dgm:spPr/>
    </dgm:pt>
    <dgm:pt modelId="{14CD0333-A398-49EC-820D-991DA3224A78}" type="pres">
      <dgm:prSet presAssocID="{CC5B6724-2BCC-4DB8-B263-96C3199103AA}" presName="compositeNode" presStyleCnt="0"/>
      <dgm:spPr/>
    </dgm:pt>
    <dgm:pt modelId="{C1694333-2FC7-4A62-8A5B-9AFB7EBDA8C0}" type="pres">
      <dgm:prSet presAssocID="{CC5B6724-2BCC-4DB8-B263-96C3199103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F6897DB-510F-449A-9E27-D1C5958FF83D}" type="pres">
      <dgm:prSet presAssocID="{CC5B6724-2BCC-4DB8-B263-96C3199103AA}" presName="parSh" presStyleCnt="0"/>
      <dgm:spPr/>
    </dgm:pt>
    <dgm:pt modelId="{C7302A82-42E8-4775-9077-99A104965F6D}" type="pres">
      <dgm:prSet presAssocID="{CC5B6724-2BCC-4DB8-B263-96C3199103AA}" presName="lineNode" presStyleLbl="alignAccFollowNode1" presStyleIdx="0" presStyleCnt="15"/>
      <dgm:spPr/>
    </dgm:pt>
    <dgm:pt modelId="{DEE60A3E-C75A-4513-9FB7-6308BCFDFE45}" type="pres">
      <dgm:prSet presAssocID="{CC5B6724-2BCC-4DB8-B263-96C3199103AA}" presName="lineArrowNode" presStyleLbl="alignAccFollowNode1" presStyleIdx="1" presStyleCnt="15"/>
      <dgm:spPr/>
    </dgm:pt>
    <dgm:pt modelId="{7710C8E4-5EEB-4763-ABAD-C65A21D31853}" type="pres">
      <dgm:prSet presAssocID="{B3E93A95-FE65-4CC9-BB8F-5FBAFAAD175F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BC2AC8F7-64A7-4BBD-BB4A-6E66D0203CAC}" type="pres">
      <dgm:prSet presAssocID="{B3E93A95-FE65-4CC9-BB8F-5FBAFAAD175F}" presName="spacerBetweenCircleAndCallout" presStyleCnt="0">
        <dgm:presLayoutVars/>
      </dgm:prSet>
      <dgm:spPr/>
    </dgm:pt>
    <dgm:pt modelId="{65C1182E-DD04-486A-ACE7-41BE945DA3FE}" type="pres">
      <dgm:prSet presAssocID="{CC5B6724-2BCC-4DB8-B263-96C3199103AA}" presName="nodeText" presStyleLbl="alignAccFollowNode1" presStyleIdx="2" presStyleCnt="15">
        <dgm:presLayoutVars>
          <dgm:bulletEnabled val="1"/>
        </dgm:presLayoutVars>
      </dgm:prSet>
      <dgm:spPr/>
    </dgm:pt>
    <dgm:pt modelId="{8BCEBF8D-F1FD-42F6-AD2F-688B4004E4B2}" type="pres">
      <dgm:prSet presAssocID="{B3E93A95-FE65-4CC9-BB8F-5FBAFAAD175F}" presName="sibTransComposite" presStyleCnt="0"/>
      <dgm:spPr/>
    </dgm:pt>
    <dgm:pt modelId="{B3A402EF-2233-4841-9578-187DDB75428D}" type="pres">
      <dgm:prSet presAssocID="{FCE95726-C9C3-4719-8911-0C3C245049FF}" presName="compositeNode" presStyleCnt="0"/>
      <dgm:spPr/>
    </dgm:pt>
    <dgm:pt modelId="{E1071D9F-CB5B-4466-AD59-7D0032E90F93}" type="pres">
      <dgm:prSet presAssocID="{FCE95726-C9C3-4719-8911-0C3C245049F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2737D8F-1774-4996-8684-F6D18B40FCF0}" type="pres">
      <dgm:prSet presAssocID="{FCE95726-C9C3-4719-8911-0C3C245049FF}" presName="parSh" presStyleCnt="0"/>
      <dgm:spPr/>
    </dgm:pt>
    <dgm:pt modelId="{F928940D-BCD7-4296-9189-ACB49775F002}" type="pres">
      <dgm:prSet presAssocID="{FCE95726-C9C3-4719-8911-0C3C245049FF}" presName="lineNode" presStyleLbl="alignAccFollowNode1" presStyleIdx="3" presStyleCnt="15"/>
      <dgm:spPr/>
    </dgm:pt>
    <dgm:pt modelId="{F1DDAEE0-14E3-43EC-98BE-1E1638564588}" type="pres">
      <dgm:prSet presAssocID="{FCE95726-C9C3-4719-8911-0C3C245049FF}" presName="lineArrowNode" presStyleLbl="alignAccFollowNode1" presStyleIdx="4" presStyleCnt="15"/>
      <dgm:spPr/>
    </dgm:pt>
    <dgm:pt modelId="{C2536920-64F4-4135-993E-D19A6BB60FBB}" type="pres">
      <dgm:prSet presAssocID="{6AC89A17-6A87-423A-9446-091EB52CBACF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8A7748B1-7052-4924-BC80-6B7F47604713}" type="pres">
      <dgm:prSet presAssocID="{6AC89A17-6A87-423A-9446-091EB52CBACF}" presName="spacerBetweenCircleAndCallout" presStyleCnt="0">
        <dgm:presLayoutVars/>
      </dgm:prSet>
      <dgm:spPr/>
    </dgm:pt>
    <dgm:pt modelId="{5226B78A-B4F1-4432-BC89-699B08CE7027}" type="pres">
      <dgm:prSet presAssocID="{FCE95726-C9C3-4719-8911-0C3C245049FF}" presName="nodeText" presStyleLbl="alignAccFollowNode1" presStyleIdx="5" presStyleCnt="15">
        <dgm:presLayoutVars>
          <dgm:bulletEnabled val="1"/>
        </dgm:presLayoutVars>
      </dgm:prSet>
      <dgm:spPr/>
    </dgm:pt>
    <dgm:pt modelId="{6C2E8E26-5774-4900-B26C-688F8D7A2DFD}" type="pres">
      <dgm:prSet presAssocID="{6AC89A17-6A87-423A-9446-091EB52CBACF}" presName="sibTransComposite" presStyleCnt="0"/>
      <dgm:spPr/>
    </dgm:pt>
    <dgm:pt modelId="{7BDF6116-765E-4BDD-BF1B-5A6FD08BA32B}" type="pres">
      <dgm:prSet presAssocID="{1BC70ADB-CF3D-4916-BC99-1F12233FE715}" presName="compositeNode" presStyleCnt="0"/>
      <dgm:spPr/>
    </dgm:pt>
    <dgm:pt modelId="{B0E720E7-BF58-41B2-827C-A2C60A526409}" type="pres">
      <dgm:prSet presAssocID="{1BC70ADB-CF3D-4916-BC99-1F12233FE71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B11FD6D-7256-4483-9C63-26C4B63B3553}" type="pres">
      <dgm:prSet presAssocID="{1BC70ADB-CF3D-4916-BC99-1F12233FE715}" presName="parSh" presStyleCnt="0"/>
      <dgm:spPr/>
    </dgm:pt>
    <dgm:pt modelId="{CA9E8419-BDB5-4701-91BB-CE2E7ECDC976}" type="pres">
      <dgm:prSet presAssocID="{1BC70ADB-CF3D-4916-BC99-1F12233FE715}" presName="lineNode" presStyleLbl="alignAccFollowNode1" presStyleIdx="6" presStyleCnt="15"/>
      <dgm:spPr/>
    </dgm:pt>
    <dgm:pt modelId="{808020E8-FB2D-49EF-985C-49ECCF7EB946}" type="pres">
      <dgm:prSet presAssocID="{1BC70ADB-CF3D-4916-BC99-1F12233FE715}" presName="lineArrowNode" presStyleLbl="alignAccFollowNode1" presStyleIdx="7" presStyleCnt="15"/>
      <dgm:spPr/>
    </dgm:pt>
    <dgm:pt modelId="{91EAF07B-2E75-47A8-A538-A41D29006DE9}" type="pres">
      <dgm:prSet presAssocID="{FF6EA3CE-2777-4314-BCA7-2D4901E5C10F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DFAB041D-FF91-4276-82A0-92583CF579B7}" type="pres">
      <dgm:prSet presAssocID="{FF6EA3CE-2777-4314-BCA7-2D4901E5C10F}" presName="spacerBetweenCircleAndCallout" presStyleCnt="0">
        <dgm:presLayoutVars/>
      </dgm:prSet>
      <dgm:spPr/>
    </dgm:pt>
    <dgm:pt modelId="{B8DB3DCA-8A67-42A9-836E-E3ABB2FA58C5}" type="pres">
      <dgm:prSet presAssocID="{1BC70ADB-CF3D-4916-BC99-1F12233FE715}" presName="nodeText" presStyleLbl="alignAccFollowNode1" presStyleIdx="8" presStyleCnt="15">
        <dgm:presLayoutVars>
          <dgm:bulletEnabled val="1"/>
        </dgm:presLayoutVars>
      </dgm:prSet>
      <dgm:spPr/>
    </dgm:pt>
    <dgm:pt modelId="{5F0EC0E6-D8BF-4504-994F-207DFEB15FC1}" type="pres">
      <dgm:prSet presAssocID="{FF6EA3CE-2777-4314-BCA7-2D4901E5C10F}" presName="sibTransComposite" presStyleCnt="0"/>
      <dgm:spPr/>
    </dgm:pt>
    <dgm:pt modelId="{FA982176-451A-48AB-8E84-34307B75A23B}" type="pres">
      <dgm:prSet presAssocID="{EE2570EA-7105-4D55-8AB1-7E8AAC6CBC12}" presName="compositeNode" presStyleCnt="0"/>
      <dgm:spPr/>
    </dgm:pt>
    <dgm:pt modelId="{110C9F46-601C-410C-8764-51A29968AAA2}" type="pres">
      <dgm:prSet presAssocID="{EE2570EA-7105-4D55-8AB1-7E8AAC6CBC1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1F7B9E5-1711-47C0-AA15-D768B5AB9F5F}" type="pres">
      <dgm:prSet presAssocID="{EE2570EA-7105-4D55-8AB1-7E8AAC6CBC12}" presName="parSh" presStyleCnt="0"/>
      <dgm:spPr/>
    </dgm:pt>
    <dgm:pt modelId="{B0F43BC8-F810-4621-9C5D-4D61790A7B83}" type="pres">
      <dgm:prSet presAssocID="{EE2570EA-7105-4D55-8AB1-7E8AAC6CBC12}" presName="lineNode" presStyleLbl="alignAccFollowNode1" presStyleIdx="9" presStyleCnt="15"/>
      <dgm:spPr/>
    </dgm:pt>
    <dgm:pt modelId="{D2CD7BB0-0797-4B3B-AE6F-587DB19343BF}" type="pres">
      <dgm:prSet presAssocID="{EE2570EA-7105-4D55-8AB1-7E8AAC6CBC12}" presName="lineArrowNode" presStyleLbl="alignAccFollowNode1" presStyleIdx="10" presStyleCnt="15"/>
      <dgm:spPr/>
    </dgm:pt>
    <dgm:pt modelId="{F4045018-F273-407F-A2A4-650D2BC5448C}" type="pres">
      <dgm:prSet presAssocID="{8C4716D9-60FA-471E-9304-18FB5E3457B1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5AF38EEB-9516-4E34-8773-86D34218B0A5}" type="pres">
      <dgm:prSet presAssocID="{8C4716D9-60FA-471E-9304-18FB5E3457B1}" presName="spacerBetweenCircleAndCallout" presStyleCnt="0">
        <dgm:presLayoutVars/>
      </dgm:prSet>
      <dgm:spPr/>
    </dgm:pt>
    <dgm:pt modelId="{144A174B-3525-4F9D-BCDA-7E2D6752EE2A}" type="pres">
      <dgm:prSet presAssocID="{EE2570EA-7105-4D55-8AB1-7E8AAC6CBC12}" presName="nodeText" presStyleLbl="alignAccFollowNode1" presStyleIdx="11" presStyleCnt="15">
        <dgm:presLayoutVars>
          <dgm:bulletEnabled val="1"/>
        </dgm:presLayoutVars>
      </dgm:prSet>
      <dgm:spPr/>
    </dgm:pt>
    <dgm:pt modelId="{7F838947-BD12-400E-9A5F-C476B44CD73F}" type="pres">
      <dgm:prSet presAssocID="{8C4716D9-60FA-471E-9304-18FB5E3457B1}" presName="sibTransComposite" presStyleCnt="0"/>
      <dgm:spPr/>
    </dgm:pt>
    <dgm:pt modelId="{8AA4DD9C-3549-47A2-9972-B9A43D2323C2}" type="pres">
      <dgm:prSet presAssocID="{9F2B60BA-6AF6-467F-A7D4-51B2DAC85FD0}" presName="compositeNode" presStyleCnt="0"/>
      <dgm:spPr/>
    </dgm:pt>
    <dgm:pt modelId="{609D705F-3133-4001-9368-02A28989C33F}" type="pres">
      <dgm:prSet presAssocID="{9F2B60BA-6AF6-467F-A7D4-51B2DAC85FD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DC86DA6-09D6-4BF6-9538-500708C8AA8F}" type="pres">
      <dgm:prSet presAssocID="{9F2B60BA-6AF6-467F-A7D4-51B2DAC85FD0}" presName="parSh" presStyleCnt="0"/>
      <dgm:spPr/>
    </dgm:pt>
    <dgm:pt modelId="{AD84A59E-E7E8-4AED-AF51-95B6418D4F07}" type="pres">
      <dgm:prSet presAssocID="{9F2B60BA-6AF6-467F-A7D4-51B2DAC85FD0}" presName="lineNode" presStyleLbl="alignAccFollowNode1" presStyleIdx="12" presStyleCnt="15"/>
      <dgm:spPr/>
    </dgm:pt>
    <dgm:pt modelId="{A5920732-61BD-4169-BC62-4A9E04400E1D}" type="pres">
      <dgm:prSet presAssocID="{9F2B60BA-6AF6-467F-A7D4-51B2DAC85FD0}" presName="lineArrowNode" presStyleLbl="alignAccFollowNode1" presStyleIdx="13" presStyleCnt="15"/>
      <dgm:spPr/>
    </dgm:pt>
    <dgm:pt modelId="{0B92EA5D-6D55-4FCB-8925-1F33694977D8}" type="pres">
      <dgm:prSet presAssocID="{6FDDDF12-4BEE-40E2-9142-2C9CFC7C04B0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0A670123-D298-4F13-B9DB-F02D169D38CA}" type="pres">
      <dgm:prSet presAssocID="{6FDDDF12-4BEE-40E2-9142-2C9CFC7C04B0}" presName="spacerBetweenCircleAndCallout" presStyleCnt="0">
        <dgm:presLayoutVars/>
      </dgm:prSet>
      <dgm:spPr/>
    </dgm:pt>
    <dgm:pt modelId="{83725A9A-7CF2-49AF-A682-09AE7E3649C0}" type="pres">
      <dgm:prSet presAssocID="{9F2B60BA-6AF6-467F-A7D4-51B2DAC85FD0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E9598F17-44DE-4AF0-9DEB-EDF4121D6F96}" srcId="{BB7EED04-C9C8-4EEF-B0D3-606871A018F0}" destId="{1BC70ADB-CF3D-4916-BC99-1F12233FE715}" srcOrd="2" destOrd="0" parTransId="{DE12915E-5877-4312-9348-E7FDA0253E90}" sibTransId="{FF6EA3CE-2777-4314-BCA7-2D4901E5C10F}"/>
    <dgm:cxn modelId="{D786A13A-D89A-4889-A038-147D80024D7D}" type="presOf" srcId="{6AC89A17-6A87-423A-9446-091EB52CBACF}" destId="{C2536920-64F4-4135-993E-D19A6BB60FBB}" srcOrd="0" destOrd="0" presId="urn:microsoft.com/office/officeart/2016/7/layout/LinearArrowProcessNumbered"/>
    <dgm:cxn modelId="{6961A23F-CD54-4894-9BC1-E1464F4115B1}" srcId="{BB7EED04-C9C8-4EEF-B0D3-606871A018F0}" destId="{9F2B60BA-6AF6-467F-A7D4-51B2DAC85FD0}" srcOrd="4" destOrd="0" parTransId="{4EE33DC4-7869-4F6D-94B6-18BB6ED5A78F}" sibTransId="{6FDDDF12-4BEE-40E2-9142-2C9CFC7C04B0}"/>
    <dgm:cxn modelId="{37587042-729E-4FC8-95B1-5AA6FD914330}" type="presOf" srcId="{EE2570EA-7105-4D55-8AB1-7E8AAC6CBC12}" destId="{144A174B-3525-4F9D-BCDA-7E2D6752EE2A}" srcOrd="0" destOrd="0" presId="urn:microsoft.com/office/officeart/2016/7/layout/LinearArrowProcessNumbered"/>
    <dgm:cxn modelId="{5241A162-B270-47A2-AC27-1DDD97306DD6}" type="presOf" srcId="{B3E93A95-FE65-4CC9-BB8F-5FBAFAAD175F}" destId="{7710C8E4-5EEB-4763-ABAD-C65A21D31853}" srcOrd="0" destOrd="0" presId="urn:microsoft.com/office/officeart/2016/7/layout/LinearArrowProcessNumbered"/>
    <dgm:cxn modelId="{A4DFC767-76C2-4B06-9F99-F9E3A915D75F}" srcId="{BB7EED04-C9C8-4EEF-B0D3-606871A018F0}" destId="{CC5B6724-2BCC-4DB8-B263-96C3199103AA}" srcOrd="0" destOrd="0" parTransId="{F38B79EE-AEF8-4F76-95D9-B49F7C473CFA}" sibTransId="{B3E93A95-FE65-4CC9-BB8F-5FBAFAAD175F}"/>
    <dgm:cxn modelId="{789B306E-2E39-41FC-AFC9-60E60C13F828}" type="presOf" srcId="{6FDDDF12-4BEE-40E2-9142-2C9CFC7C04B0}" destId="{0B92EA5D-6D55-4FCB-8925-1F33694977D8}" srcOrd="0" destOrd="0" presId="urn:microsoft.com/office/officeart/2016/7/layout/LinearArrowProcessNumbered"/>
    <dgm:cxn modelId="{6322BD50-FC9E-4152-9EF9-B33382AF04CD}" type="presOf" srcId="{8C4716D9-60FA-471E-9304-18FB5E3457B1}" destId="{F4045018-F273-407F-A2A4-650D2BC5448C}" srcOrd="0" destOrd="0" presId="urn:microsoft.com/office/officeart/2016/7/layout/LinearArrowProcessNumbered"/>
    <dgm:cxn modelId="{34E49373-CB2C-4FD6-B2DD-AEBAD611DBB2}" type="presOf" srcId="{1BC70ADB-CF3D-4916-BC99-1F12233FE715}" destId="{B8DB3DCA-8A67-42A9-836E-E3ABB2FA58C5}" srcOrd="0" destOrd="0" presId="urn:microsoft.com/office/officeart/2016/7/layout/LinearArrowProcessNumbered"/>
    <dgm:cxn modelId="{CE22F57A-A704-4A44-84DC-FD3E22C0CE8D}" type="presOf" srcId="{9F2B60BA-6AF6-467F-A7D4-51B2DAC85FD0}" destId="{83725A9A-7CF2-49AF-A682-09AE7E3649C0}" srcOrd="0" destOrd="0" presId="urn:microsoft.com/office/officeart/2016/7/layout/LinearArrowProcessNumbered"/>
    <dgm:cxn modelId="{5D1DD088-6289-4F1B-AEC4-61FC4D66D788}" type="presOf" srcId="{CC5B6724-2BCC-4DB8-B263-96C3199103AA}" destId="{65C1182E-DD04-486A-ACE7-41BE945DA3FE}" srcOrd="0" destOrd="0" presId="urn:microsoft.com/office/officeart/2016/7/layout/LinearArrowProcessNumbered"/>
    <dgm:cxn modelId="{DD57DA8A-ADDD-4A01-B4C2-535AD4C4927C}" srcId="{BB7EED04-C9C8-4EEF-B0D3-606871A018F0}" destId="{EE2570EA-7105-4D55-8AB1-7E8AAC6CBC12}" srcOrd="3" destOrd="0" parTransId="{0300F9B3-0466-4A60-868C-E3A582D3AE96}" sibTransId="{8C4716D9-60FA-471E-9304-18FB5E3457B1}"/>
    <dgm:cxn modelId="{E3B0AB97-9C59-4F81-9FE1-07C0FB970AE0}" type="presOf" srcId="{FF6EA3CE-2777-4314-BCA7-2D4901E5C10F}" destId="{91EAF07B-2E75-47A8-A538-A41D29006DE9}" srcOrd="0" destOrd="0" presId="urn:microsoft.com/office/officeart/2016/7/layout/LinearArrowProcessNumbered"/>
    <dgm:cxn modelId="{69AA09C5-0ED6-4533-B66A-A430E0F9D3E7}" type="presOf" srcId="{FCE95726-C9C3-4719-8911-0C3C245049FF}" destId="{5226B78A-B4F1-4432-BC89-699B08CE7027}" srcOrd="0" destOrd="0" presId="urn:microsoft.com/office/officeart/2016/7/layout/LinearArrowProcessNumbered"/>
    <dgm:cxn modelId="{98981DF1-E80F-4648-8516-50A0B0178E61}" srcId="{BB7EED04-C9C8-4EEF-B0D3-606871A018F0}" destId="{FCE95726-C9C3-4719-8911-0C3C245049FF}" srcOrd="1" destOrd="0" parTransId="{6667FE46-11E0-4D5F-BEC3-C7D9C0042FF8}" sibTransId="{6AC89A17-6A87-423A-9446-091EB52CBACF}"/>
    <dgm:cxn modelId="{641C6AFF-005F-43F0-BA31-E4F798CA0C1C}" type="presOf" srcId="{BB7EED04-C9C8-4EEF-B0D3-606871A018F0}" destId="{664CF0D4-A8D1-4A72-8032-005236C124F9}" srcOrd="0" destOrd="0" presId="urn:microsoft.com/office/officeart/2016/7/layout/LinearArrowProcessNumbered"/>
    <dgm:cxn modelId="{2FA151F8-49DA-4A7F-ABF1-4D3295B8B2C0}" type="presParOf" srcId="{664CF0D4-A8D1-4A72-8032-005236C124F9}" destId="{14CD0333-A398-49EC-820D-991DA3224A78}" srcOrd="0" destOrd="0" presId="urn:microsoft.com/office/officeart/2016/7/layout/LinearArrowProcessNumbered"/>
    <dgm:cxn modelId="{AE81BF40-CD05-4211-81E3-E11E59A92272}" type="presParOf" srcId="{14CD0333-A398-49EC-820D-991DA3224A78}" destId="{C1694333-2FC7-4A62-8A5B-9AFB7EBDA8C0}" srcOrd="0" destOrd="0" presId="urn:microsoft.com/office/officeart/2016/7/layout/LinearArrowProcessNumbered"/>
    <dgm:cxn modelId="{D7601035-5F0D-4E45-BF48-6C71B800C3A3}" type="presParOf" srcId="{14CD0333-A398-49EC-820D-991DA3224A78}" destId="{0F6897DB-510F-449A-9E27-D1C5958FF83D}" srcOrd="1" destOrd="0" presId="urn:microsoft.com/office/officeart/2016/7/layout/LinearArrowProcessNumbered"/>
    <dgm:cxn modelId="{55DE0855-F940-4C3A-88D8-2E9366E4D473}" type="presParOf" srcId="{0F6897DB-510F-449A-9E27-D1C5958FF83D}" destId="{C7302A82-42E8-4775-9077-99A104965F6D}" srcOrd="0" destOrd="0" presId="urn:microsoft.com/office/officeart/2016/7/layout/LinearArrowProcessNumbered"/>
    <dgm:cxn modelId="{A04D473E-6146-4580-B597-DB61E6EECB0A}" type="presParOf" srcId="{0F6897DB-510F-449A-9E27-D1C5958FF83D}" destId="{DEE60A3E-C75A-4513-9FB7-6308BCFDFE45}" srcOrd="1" destOrd="0" presId="urn:microsoft.com/office/officeart/2016/7/layout/LinearArrowProcessNumbered"/>
    <dgm:cxn modelId="{0C3A311D-A4A7-4937-A480-2DF92578E751}" type="presParOf" srcId="{0F6897DB-510F-449A-9E27-D1C5958FF83D}" destId="{7710C8E4-5EEB-4763-ABAD-C65A21D31853}" srcOrd="2" destOrd="0" presId="urn:microsoft.com/office/officeart/2016/7/layout/LinearArrowProcessNumbered"/>
    <dgm:cxn modelId="{722B1D48-5AE7-44A1-80DC-4A4696675ADC}" type="presParOf" srcId="{0F6897DB-510F-449A-9E27-D1C5958FF83D}" destId="{BC2AC8F7-64A7-4BBD-BB4A-6E66D0203CAC}" srcOrd="3" destOrd="0" presId="urn:microsoft.com/office/officeart/2016/7/layout/LinearArrowProcessNumbered"/>
    <dgm:cxn modelId="{036AD858-B61A-4108-9C71-0A5678106023}" type="presParOf" srcId="{14CD0333-A398-49EC-820D-991DA3224A78}" destId="{65C1182E-DD04-486A-ACE7-41BE945DA3FE}" srcOrd="2" destOrd="0" presId="urn:microsoft.com/office/officeart/2016/7/layout/LinearArrowProcessNumbered"/>
    <dgm:cxn modelId="{E99AB3FC-5DEC-4FDA-BC52-2343D5C47639}" type="presParOf" srcId="{664CF0D4-A8D1-4A72-8032-005236C124F9}" destId="{8BCEBF8D-F1FD-42F6-AD2F-688B4004E4B2}" srcOrd="1" destOrd="0" presId="urn:microsoft.com/office/officeart/2016/7/layout/LinearArrowProcessNumbered"/>
    <dgm:cxn modelId="{BDC74C2F-4B5A-4205-9351-A2EB1755B460}" type="presParOf" srcId="{664CF0D4-A8D1-4A72-8032-005236C124F9}" destId="{B3A402EF-2233-4841-9578-187DDB75428D}" srcOrd="2" destOrd="0" presId="urn:microsoft.com/office/officeart/2016/7/layout/LinearArrowProcessNumbered"/>
    <dgm:cxn modelId="{A47460BE-8660-4265-8B16-37BE8E88B27F}" type="presParOf" srcId="{B3A402EF-2233-4841-9578-187DDB75428D}" destId="{E1071D9F-CB5B-4466-AD59-7D0032E90F93}" srcOrd="0" destOrd="0" presId="urn:microsoft.com/office/officeart/2016/7/layout/LinearArrowProcessNumbered"/>
    <dgm:cxn modelId="{40C76CD0-2128-405B-AF31-7EADEBE3E5F3}" type="presParOf" srcId="{B3A402EF-2233-4841-9578-187DDB75428D}" destId="{72737D8F-1774-4996-8684-F6D18B40FCF0}" srcOrd="1" destOrd="0" presId="urn:microsoft.com/office/officeart/2016/7/layout/LinearArrowProcessNumbered"/>
    <dgm:cxn modelId="{92E29163-9915-4CC0-A1F4-257E7DCCE897}" type="presParOf" srcId="{72737D8F-1774-4996-8684-F6D18B40FCF0}" destId="{F928940D-BCD7-4296-9189-ACB49775F002}" srcOrd="0" destOrd="0" presId="urn:microsoft.com/office/officeart/2016/7/layout/LinearArrowProcessNumbered"/>
    <dgm:cxn modelId="{39B01F19-05B5-4934-95C9-8025432B0E14}" type="presParOf" srcId="{72737D8F-1774-4996-8684-F6D18B40FCF0}" destId="{F1DDAEE0-14E3-43EC-98BE-1E1638564588}" srcOrd="1" destOrd="0" presId="urn:microsoft.com/office/officeart/2016/7/layout/LinearArrowProcessNumbered"/>
    <dgm:cxn modelId="{331BA275-EBE0-4875-9C12-D81C113FF03E}" type="presParOf" srcId="{72737D8F-1774-4996-8684-F6D18B40FCF0}" destId="{C2536920-64F4-4135-993E-D19A6BB60FBB}" srcOrd="2" destOrd="0" presId="urn:microsoft.com/office/officeart/2016/7/layout/LinearArrowProcessNumbered"/>
    <dgm:cxn modelId="{2C321E4D-7634-4544-AC2D-03859D0123D6}" type="presParOf" srcId="{72737D8F-1774-4996-8684-F6D18B40FCF0}" destId="{8A7748B1-7052-4924-BC80-6B7F47604713}" srcOrd="3" destOrd="0" presId="urn:microsoft.com/office/officeart/2016/7/layout/LinearArrowProcessNumbered"/>
    <dgm:cxn modelId="{4483A898-BE59-421F-BADB-EF4F7163860B}" type="presParOf" srcId="{B3A402EF-2233-4841-9578-187DDB75428D}" destId="{5226B78A-B4F1-4432-BC89-699B08CE7027}" srcOrd="2" destOrd="0" presId="urn:microsoft.com/office/officeart/2016/7/layout/LinearArrowProcessNumbered"/>
    <dgm:cxn modelId="{FE6675DE-B97B-4CE4-83E3-D769F304075C}" type="presParOf" srcId="{664CF0D4-A8D1-4A72-8032-005236C124F9}" destId="{6C2E8E26-5774-4900-B26C-688F8D7A2DFD}" srcOrd="3" destOrd="0" presId="urn:microsoft.com/office/officeart/2016/7/layout/LinearArrowProcessNumbered"/>
    <dgm:cxn modelId="{0A92E0F6-C5C6-42F6-B984-B3A17EEEA4AC}" type="presParOf" srcId="{664CF0D4-A8D1-4A72-8032-005236C124F9}" destId="{7BDF6116-765E-4BDD-BF1B-5A6FD08BA32B}" srcOrd="4" destOrd="0" presId="urn:microsoft.com/office/officeart/2016/7/layout/LinearArrowProcessNumbered"/>
    <dgm:cxn modelId="{D159164C-251E-4C1B-B6A3-08C160E2038A}" type="presParOf" srcId="{7BDF6116-765E-4BDD-BF1B-5A6FD08BA32B}" destId="{B0E720E7-BF58-41B2-827C-A2C60A526409}" srcOrd="0" destOrd="0" presId="urn:microsoft.com/office/officeart/2016/7/layout/LinearArrowProcessNumbered"/>
    <dgm:cxn modelId="{C7576405-6E2C-41D9-A950-12440BF17DDF}" type="presParOf" srcId="{7BDF6116-765E-4BDD-BF1B-5A6FD08BA32B}" destId="{EB11FD6D-7256-4483-9C63-26C4B63B3553}" srcOrd="1" destOrd="0" presId="urn:microsoft.com/office/officeart/2016/7/layout/LinearArrowProcessNumbered"/>
    <dgm:cxn modelId="{805140B6-F519-4A32-AAED-895F7636C051}" type="presParOf" srcId="{EB11FD6D-7256-4483-9C63-26C4B63B3553}" destId="{CA9E8419-BDB5-4701-91BB-CE2E7ECDC976}" srcOrd="0" destOrd="0" presId="urn:microsoft.com/office/officeart/2016/7/layout/LinearArrowProcessNumbered"/>
    <dgm:cxn modelId="{65E11100-BCFE-4771-A3CF-C8D9D92AFA9E}" type="presParOf" srcId="{EB11FD6D-7256-4483-9C63-26C4B63B3553}" destId="{808020E8-FB2D-49EF-985C-49ECCF7EB946}" srcOrd="1" destOrd="0" presId="urn:microsoft.com/office/officeart/2016/7/layout/LinearArrowProcessNumbered"/>
    <dgm:cxn modelId="{E452018D-FEE0-408C-98A1-9A71072F42FE}" type="presParOf" srcId="{EB11FD6D-7256-4483-9C63-26C4B63B3553}" destId="{91EAF07B-2E75-47A8-A538-A41D29006DE9}" srcOrd="2" destOrd="0" presId="urn:microsoft.com/office/officeart/2016/7/layout/LinearArrowProcessNumbered"/>
    <dgm:cxn modelId="{AFBFA1CF-0C2C-40B6-9D49-6718361BFD02}" type="presParOf" srcId="{EB11FD6D-7256-4483-9C63-26C4B63B3553}" destId="{DFAB041D-FF91-4276-82A0-92583CF579B7}" srcOrd="3" destOrd="0" presId="urn:microsoft.com/office/officeart/2016/7/layout/LinearArrowProcessNumbered"/>
    <dgm:cxn modelId="{B42C4BD8-ECE8-41A9-9E26-43BD575E7981}" type="presParOf" srcId="{7BDF6116-765E-4BDD-BF1B-5A6FD08BA32B}" destId="{B8DB3DCA-8A67-42A9-836E-E3ABB2FA58C5}" srcOrd="2" destOrd="0" presId="urn:microsoft.com/office/officeart/2016/7/layout/LinearArrowProcessNumbered"/>
    <dgm:cxn modelId="{C9E5F69C-9CD7-4805-80E8-2FD35AE536C0}" type="presParOf" srcId="{664CF0D4-A8D1-4A72-8032-005236C124F9}" destId="{5F0EC0E6-D8BF-4504-994F-207DFEB15FC1}" srcOrd="5" destOrd="0" presId="urn:microsoft.com/office/officeart/2016/7/layout/LinearArrowProcessNumbered"/>
    <dgm:cxn modelId="{B0B87BC0-C6CC-446C-9166-45828F992BCB}" type="presParOf" srcId="{664CF0D4-A8D1-4A72-8032-005236C124F9}" destId="{FA982176-451A-48AB-8E84-34307B75A23B}" srcOrd="6" destOrd="0" presId="urn:microsoft.com/office/officeart/2016/7/layout/LinearArrowProcessNumbered"/>
    <dgm:cxn modelId="{58119E5B-5D8F-4FA3-A8D6-599C819522E6}" type="presParOf" srcId="{FA982176-451A-48AB-8E84-34307B75A23B}" destId="{110C9F46-601C-410C-8764-51A29968AAA2}" srcOrd="0" destOrd="0" presId="urn:microsoft.com/office/officeart/2016/7/layout/LinearArrowProcessNumbered"/>
    <dgm:cxn modelId="{A56321B0-66BE-4B01-B949-D12D1EFD2176}" type="presParOf" srcId="{FA982176-451A-48AB-8E84-34307B75A23B}" destId="{31F7B9E5-1711-47C0-AA15-D768B5AB9F5F}" srcOrd="1" destOrd="0" presId="urn:microsoft.com/office/officeart/2016/7/layout/LinearArrowProcessNumbered"/>
    <dgm:cxn modelId="{730FB411-2509-4B7B-9CDB-1969ADF1E496}" type="presParOf" srcId="{31F7B9E5-1711-47C0-AA15-D768B5AB9F5F}" destId="{B0F43BC8-F810-4621-9C5D-4D61790A7B83}" srcOrd="0" destOrd="0" presId="urn:microsoft.com/office/officeart/2016/7/layout/LinearArrowProcessNumbered"/>
    <dgm:cxn modelId="{83A713A3-8738-41C9-8B77-033311628BF9}" type="presParOf" srcId="{31F7B9E5-1711-47C0-AA15-D768B5AB9F5F}" destId="{D2CD7BB0-0797-4B3B-AE6F-587DB19343BF}" srcOrd="1" destOrd="0" presId="urn:microsoft.com/office/officeart/2016/7/layout/LinearArrowProcessNumbered"/>
    <dgm:cxn modelId="{D689F8B0-0D1C-404A-9E2D-3BF9C1348E51}" type="presParOf" srcId="{31F7B9E5-1711-47C0-AA15-D768B5AB9F5F}" destId="{F4045018-F273-407F-A2A4-650D2BC5448C}" srcOrd="2" destOrd="0" presId="urn:microsoft.com/office/officeart/2016/7/layout/LinearArrowProcessNumbered"/>
    <dgm:cxn modelId="{44B257EE-EC6D-44DB-822F-C862AA6BF837}" type="presParOf" srcId="{31F7B9E5-1711-47C0-AA15-D768B5AB9F5F}" destId="{5AF38EEB-9516-4E34-8773-86D34218B0A5}" srcOrd="3" destOrd="0" presId="urn:microsoft.com/office/officeart/2016/7/layout/LinearArrowProcessNumbered"/>
    <dgm:cxn modelId="{DD561ECE-3E19-4D1F-BD20-BDFF523BC4CB}" type="presParOf" srcId="{FA982176-451A-48AB-8E84-34307B75A23B}" destId="{144A174B-3525-4F9D-BCDA-7E2D6752EE2A}" srcOrd="2" destOrd="0" presId="urn:microsoft.com/office/officeart/2016/7/layout/LinearArrowProcessNumbered"/>
    <dgm:cxn modelId="{E44496CC-EB0E-45CD-92E7-66019255BFE8}" type="presParOf" srcId="{664CF0D4-A8D1-4A72-8032-005236C124F9}" destId="{7F838947-BD12-400E-9A5F-C476B44CD73F}" srcOrd="7" destOrd="0" presId="urn:microsoft.com/office/officeart/2016/7/layout/LinearArrowProcessNumbered"/>
    <dgm:cxn modelId="{1AC7D0FD-9E46-47B7-A359-10C03FAE15A7}" type="presParOf" srcId="{664CF0D4-A8D1-4A72-8032-005236C124F9}" destId="{8AA4DD9C-3549-47A2-9972-B9A43D2323C2}" srcOrd="8" destOrd="0" presId="urn:microsoft.com/office/officeart/2016/7/layout/LinearArrowProcessNumbered"/>
    <dgm:cxn modelId="{CE6919D4-99A1-4EE6-98BC-D3381B28451A}" type="presParOf" srcId="{8AA4DD9C-3549-47A2-9972-B9A43D2323C2}" destId="{609D705F-3133-4001-9368-02A28989C33F}" srcOrd="0" destOrd="0" presId="urn:microsoft.com/office/officeart/2016/7/layout/LinearArrowProcessNumbered"/>
    <dgm:cxn modelId="{75A41457-DB62-4681-B458-F2E2EB0D9C3D}" type="presParOf" srcId="{8AA4DD9C-3549-47A2-9972-B9A43D2323C2}" destId="{5DC86DA6-09D6-4BF6-9538-500708C8AA8F}" srcOrd="1" destOrd="0" presId="urn:microsoft.com/office/officeart/2016/7/layout/LinearArrowProcessNumbered"/>
    <dgm:cxn modelId="{7DF06308-70BD-42CE-A1DE-8477555E86F4}" type="presParOf" srcId="{5DC86DA6-09D6-4BF6-9538-500708C8AA8F}" destId="{AD84A59E-E7E8-4AED-AF51-95B6418D4F07}" srcOrd="0" destOrd="0" presId="urn:microsoft.com/office/officeart/2016/7/layout/LinearArrowProcessNumbered"/>
    <dgm:cxn modelId="{EC0B453C-167B-45DE-8220-F64AEA8134E2}" type="presParOf" srcId="{5DC86DA6-09D6-4BF6-9538-500708C8AA8F}" destId="{A5920732-61BD-4169-BC62-4A9E04400E1D}" srcOrd="1" destOrd="0" presId="urn:microsoft.com/office/officeart/2016/7/layout/LinearArrowProcessNumbered"/>
    <dgm:cxn modelId="{FC6BF4D4-B806-4645-8355-0A892679D0A3}" type="presParOf" srcId="{5DC86DA6-09D6-4BF6-9538-500708C8AA8F}" destId="{0B92EA5D-6D55-4FCB-8925-1F33694977D8}" srcOrd="2" destOrd="0" presId="urn:microsoft.com/office/officeart/2016/7/layout/LinearArrowProcessNumbered"/>
    <dgm:cxn modelId="{80E82830-8C07-48CB-B9FA-77BE8F88B459}" type="presParOf" srcId="{5DC86DA6-09D6-4BF6-9538-500708C8AA8F}" destId="{0A670123-D298-4F13-B9DB-F02D169D38CA}" srcOrd="3" destOrd="0" presId="urn:microsoft.com/office/officeart/2016/7/layout/LinearArrowProcessNumbered"/>
    <dgm:cxn modelId="{62546C7B-7A4D-4B41-BBFB-4DC6665116EE}" type="presParOf" srcId="{8AA4DD9C-3549-47A2-9972-B9A43D2323C2}" destId="{83725A9A-7CF2-49AF-A682-09AE7E3649C0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A255AA-8E89-4BB0-9758-F4A4615469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5A9BA6-646A-4F0F-AE6A-54ED1ED5277B}">
      <dgm:prSet/>
      <dgm:spPr/>
      <dgm:t>
        <a:bodyPr/>
        <a:lstStyle/>
        <a:p>
          <a:r>
            <a:rPr lang="en-GB" dirty="0"/>
            <a:t>Obj. 1: Successfully designed, developed and evaluated, a </a:t>
          </a:r>
          <a:r>
            <a:rPr lang="en-GB" b="0" dirty="0"/>
            <a:t>multi-layer, unsupervised pseudo-labelling framework</a:t>
          </a:r>
          <a:r>
            <a:rPr lang="en-GB" dirty="0"/>
            <a:t> for aerial object detection.</a:t>
          </a:r>
          <a:endParaRPr lang="en-US" dirty="0"/>
        </a:p>
      </dgm:t>
    </dgm:pt>
    <dgm:pt modelId="{988D8CAF-F8AD-4FAB-9E2C-BAD8F5FC4712}" type="parTrans" cxnId="{AE7B908E-D708-4E64-A9C2-7EA54CA99B89}">
      <dgm:prSet/>
      <dgm:spPr/>
      <dgm:t>
        <a:bodyPr/>
        <a:lstStyle/>
        <a:p>
          <a:endParaRPr lang="en-US"/>
        </a:p>
      </dgm:t>
    </dgm:pt>
    <dgm:pt modelId="{E6D0F130-EEC8-43BB-9C33-804BBF8E6656}" type="sibTrans" cxnId="{AE7B908E-D708-4E64-A9C2-7EA54CA99B89}">
      <dgm:prSet/>
      <dgm:spPr/>
      <dgm:t>
        <a:bodyPr/>
        <a:lstStyle/>
        <a:p>
          <a:endParaRPr lang="en-US"/>
        </a:p>
      </dgm:t>
    </dgm:pt>
    <dgm:pt modelId="{A71C1028-B840-43B4-865A-34306438600C}">
      <dgm:prSet/>
      <dgm:spPr/>
      <dgm:t>
        <a:bodyPr/>
        <a:lstStyle/>
        <a:p>
          <a:r>
            <a:rPr lang="en-GB" b="1" dirty="0"/>
            <a:t>Obj. 2: </a:t>
          </a:r>
          <a:r>
            <a:rPr lang="en-GB" dirty="0"/>
            <a:t>Gemma3 detects more but is noisier and 1.8x slower; Paligemma2 is cleaner but misses some targets.</a:t>
          </a:r>
          <a:endParaRPr lang="en-US" dirty="0"/>
        </a:p>
      </dgm:t>
    </dgm:pt>
    <dgm:pt modelId="{5EFA16B8-89D7-4057-A974-D9B974158E00}" type="parTrans" cxnId="{F6C93EE1-26B7-4405-B1C6-0C8E1CAFB170}">
      <dgm:prSet/>
      <dgm:spPr/>
      <dgm:t>
        <a:bodyPr/>
        <a:lstStyle/>
        <a:p>
          <a:endParaRPr lang="en-US"/>
        </a:p>
      </dgm:t>
    </dgm:pt>
    <dgm:pt modelId="{ECBDD96D-7C54-4064-A1D8-8B7992E10116}" type="sibTrans" cxnId="{F6C93EE1-26B7-4405-B1C6-0C8E1CAFB170}">
      <dgm:prSet/>
      <dgm:spPr/>
      <dgm:t>
        <a:bodyPr/>
        <a:lstStyle/>
        <a:p>
          <a:endParaRPr lang="en-US"/>
        </a:p>
      </dgm:t>
    </dgm:pt>
    <dgm:pt modelId="{A8F96A1B-F9B4-4847-8E5E-4132A6A6145A}">
      <dgm:prSet/>
      <dgm:spPr/>
      <dgm:t>
        <a:bodyPr/>
        <a:lstStyle/>
        <a:p>
          <a:r>
            <a:rPr lang="en-GB" b="1" dirty="0"/>
            <a:t>Obj. 3: </a:t>
          </a:r>
          <a:r>
            <a:rPr lang="en-GB" dirty="0"/>
            <a:t>Lower box threshold improved recall but increased noise and compute. Text threshold had negligible impact.</a:t>
          </a:r>
          <a:endParaRPr lang="en-US" dirty="0"/>
        </a:p>
      </dgm:t>
    </dgm:pt>
    <dgm:pt modelId="{66378D44-4885-4667-9CF9-0C909E88B3A6}" type="parTrans" cxnId="{36BED121-8278-4ADB-886F-5308D0309408}">
      <dgm:prSet/>
      <dgm:spPr/>
      <dgm:t>
        <a:bodyPr/>
        <a:lstStyle/>
        <a:p>
          <a:endParaRPr lang="en-US"/>
        </a:p>
      </dgm:t>
    </dgm:pt>
    <dgm:pt modelId="{CA92C2D7-C1A4-4545-B242-C564EA7B5A8A}" type="sibTrans" cxnId="{36BED121-8278-4ADB-886F-5308D0309408}">
      <dgm:prSet/>
      <dgm:spPr/>
      <dgm:t>
        <a:bodyPr/>
        <a:lstStyle/>
        <a:p>
          <a:endParaRPr lang="en-US"/>
        </a:p>
      </dgm:t>
    </dgm:pt>
    <dgm:pt modelId="{28C2CEB1-9D8D-49E2-8420-703C996047F2}">
      <dgm:prSet/>
      <dgm:spPr/>
      <dgm:t>
        <a:bodyPr/>
        <a:lstStyle/>
        <a:p>
          <a:r>
            <a:rPr lang="en-GB" b="1" dirty="0"/>
            <a:t>Obj. 4: </a:t>
          </a:r>
          <a:r>
            <a:rPr lang="en-GB" dirty="0"/>
            <a:t>Windowing improved detection of small objects. SAM2 video tracking enhanced temporal consistency, particularly when only high-confidence detections were propagated.</a:t>
          </a:r>
          <a:endParaRPr lang="en-US" dirty="0"/>
        </a:p>
      </dgm:t>
    </dgm:pt>
    <dgm:pt modelId="{69DECCCA-6FF3-4A8B-B563-1E86857D175D}" type="parTrans" cxnId="{FF5161AB-1F93-49C8-821F-569229E75674}">
      <dgm:prSet/>
      <dgm:spPr/>
      <dgm:t>
        <a:bodyPr/>
        <a:lstStyle/>
        <a:p>
          <a:endParaRPr lang="en-US"/>
        </a:p>
      </dgm:t>
    </dgm:pt>
    <dgm:pt modelId="{851157F9-3699-47FD-93C4-473EA7E48293}" type="sibTrans" cxnId="{FF5161AB-1F93-49C8-821F-569229E75674}">
      <dgm:prSet/>
      <dgm:spPr/>
      <dgm:t>
        <a:bodyPr/>
        <a:lstStyle/>
        <a:p>
          <a:endParaRPr lang="en-US"/>
        </a:p>
      </dgm:t>
    </dgm:pt>
    <dgm:pt modelId="{3F53EAC9-2D8F-482F-97A8-E3A16C7BE04B}">
      <dgm:prSet/>
      <dgm:spPr/>
      <dgm:t>
        <a:bodyPr/>
        <a:lstStyle/>
        <a:p>
          <a:r>
            <a:rPr lang="en-GB" b="1" dirty="0"/>
            <a:t>Obj. 5: </a:t>
          </a:r>
          <a:r>
            <a:rPr lang="en-GB" dirty="0"/>
            <a:t>Grounding DINO and Paligemma2 are both sensitive to prompt. Contextual and negative prompts yielded better results.</a:t>
          </a:r>
          <a:endParaRPr lang="en-US" dirty="0"/>
        </a:p>
      </dgm:t>
    </dgm:pt>
    <dgm:pt modelId="{BED00E8E-4DC5-4212-BEDD-57A9BB169828}" type="parTrans" cxnId="{29D15C70-FBE3-4975-8DFE-BBA446DA0FF2}">
      <dgm:prSet/>
      <dgm:spPr/>
      <dgm:t>
        <a:bodyPr/>
        <a:lstStyle/>
        <a:p>
          <a:endParaRPr lang="en-US"/>
        </a:p>
      </dgm:t>
    </dgm:pt>
    <dgm:pt modelId="{1FDB1CE1-ADD4-4F9B-AF2A-4DA3AC4C58D4}" type="sibTrans" cxnId="{29D15C70-FBE3-4975-8DFE-BBA446DA0FF2}">
      <dgm:prSet/>
      <dgm:spPr/>
      <dgm:t>
        <a:bodyPr/>
        <a:lstStyle/>
        <a:p>
          <a:endParaRPr lang="en-US"/>
        </a:p>
      </dgm:t>
    </dgm:pt>
    <dgm:pt modelId="{7890AEFB-9ECA-48B5-BC09-B6A837EDA57D}" type="pres">
      <dgm:prSet presAssocID="{95A255AA-8E89-4BB0-9758-F4A46154695D}" presName="linear" presStyleCnt="0">
        <dgm:presLayoutVars>
          <dgm:animLvl val="lvl"/>
          <dgm:resizeHandles val="exact"/>
        </dgm:presLayoutVars>
      </dgm:prSet>
      <dgm:spPr/>
    </dgm:pt>
    <dgm:pt modelId="{C0395B9E-9151-4C76-9480-BC4D27E66373}" type="pres">
      <dgm:prSet presAssocID="{405A9BA6-646A-4F0F-AE6A-54ED1ED5277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965AD2-715E-4C95-B399-80F7D3B410F4}" type="pres">
      <dgm:prSet presAssocID="{E6D0F130-EEC8-43BB-9C33-804BBF8E6656}" presName="spacer" presStyleCnt="0"/>
      <dgm:spPr/>
    </dgm:pt>
    <dgm:pt modelId="{4FA5339E-6928-4FE3-BBFE-FEA216E0FBF4}" type="pres">
      <dgm:prSet presAssocID="{A71C1028-B840-43B4-865A-3430643860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855E28-C284-4B00-A5BF-8A2C5788E3D1}" type="pres">
      <dgm:prSet presAssocID="{ECBDD96D-7C54-4064-A1D8-8B7992E10116}" presName="spacer" presStyleCnt="0"/>
      <dgm:spPr/>
    </dgm:pt>
    <dgm:pt modelId="{A703952A-0DF3-44B5-8C5F-A9CE9824CD43}" type="pres">
      <dgm:prSet presAssocID="{A8F96A1B-F9B4-4847-8E5E-4132A6A614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FE30E97-90D8-4824-A5D4-D4DD455249BF}" type="pres">
      <dgm:prSet presAssocID="{CA92C2D7-C1A4-4545-B242-C564EA7B5A8A}" presName="spacer" presStyleCnt="0"/>
      <dgm:spPr/>
    </dgm:pt>
    <dgm:pt modelId="{2653E13E-9ABC-4899-8C2D-B9EDFB20A081}" type="pres">
      <dgm:prSet presAssocID="{28C2CEB1-9D8D-49E2-8420-703C996047F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D0CE03-610A-4968-A454-B6EEB6251943}" type="pres">
      <dgm:prSet presAssocID="{851157F9-3699-47FD-93C4-473EA7E48293}" presName="spacer" presStyleCnt="0"/>
      <dgm:spPr/>
    </dgm:pt>
    <dgm:pt modelId="{C99C196A-E620-40BC-904C-A09A5D32D78C}" type="pres">
      <dgm:prSet presAssocID="{3F53EAC9-2D8F-482F-97A8-E3A16C7BE04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6BED121-8278-4ADB-886F-5308D0309408}" srcId="{95A255AA-8E89-4BB0-9758-F4A46154695D}" destId="{A8F96A1B-F9B4-4847-8E5E-4132A6A6145A}" srcOrd="2" destOrd="0" parTransId="{66378D44-4885-4667-9CF9-0C909E88B3A6}" sibTransId="{CA92C2D7-C1A4-4545-B242-C564EA7B5A8A}"/>
    <dgm:cxn modelId="{F7F31E2C-2493-4B74-9D43-EE10454E91D1}" type="presOf" srcId="{95A255AA-8E89-4BB0-9758-F4A46154695D}" destId="{7890AEFB-9ECA-48B5-BC09-B6A837EDA57D}" srcOrd="0" destOrd="0" presId="urn:microsoft.com/office/officeart/2005/8/layout/vList2"/>
    <dgm:cxn modelId="{0AFAD72D-6928-4C1E-A4FF-700E0BE04748}" type="presOf" srcId="{3F53EAC9-2D8F-482F-97A8-E3A16C7BE04B}" destId="{C99C196A-E620-40BC-904C-A09A5D32D78C}" srcOrd="0" destOrd="0" presId="urn:microsoft.com/office/officeart/2005/8/layout/vList2"/>
    <dgm:cxn modelId="{29D15C70-FBE3-4975-8DFE-BBA446DA0FF2}" srcId="{95A255AA-8E89-4BB0-9758-F4A46154695D}" destId="{3F53EAC9-2D8F-482F-97A8-E3A16C7BE04B}" srcOrd="4" destOrd="0" parTransId="{BED00E8E-4DC5-4212-BEDD-57A9BB169828}" sibTransId="{1FDB1CE1-ADD4-4F9B-AF2A-4DA3AC4C58D4}"/>
    <dgm:cxn modelId="{C7333D53-C0A4-4052-B43A-722DFBF6B6C0}" type="presOf" srcId="{A71C1028-B840-43B4-865A-34306438600C}" destId="{4FA5339E-6928-4FE3-BBFE-FEA216E0FBF4}" srcOrd="0" destOrd="0" presId="urn:microsoft.com/office/officeart/2005/8/layout/vList2"/>
    <dgm:cxn modelId="{2DB89E73-3511-49BE-B7D4-B93FF689D812}" type="presOf" srcId="{28C2CEB1-9D8D-49E2-8420-703C996047F2}" destId="{2653E13E-9ABC-4899-8C2D-B9EDFB20A081}" srcOrd="0" destOrd="0" presId="urn:microsoft.com/office/officeart/2005/8/layout/vList2"/>
    <dgm:cxn modelId="{AE7B908E-D708-4E64-A9C2-7EA54CA99B89}" srcId="{95A255AA-8E89-4BB0-9758-F4A46154695D}" destId="{405A9BA6-646A-4F0F-AE6A-54ED1ED5277B}" srcOrd="0" destOrd="0" parTransId="{988D8CAF-F8AD-4FAB-9E2C-BAD8F5FC4712}" sibTransId="{E6D0F130-EEC8-43BB-9C33-804BBF8E6656}"/>
    <dgm:cxn modelId="{BF52D197-1682-4928-AF75-F54FC482F44C}" type="presOf" srcId="{405A9BA6-646A-4F0F-AE6A-54ED1ED5277B}" destId="{C0395B9E-9151-4C76-9480-BC4D27E66373}" srcOrd="0" destOrd="0" presId="urn:microsoft.com/office/officeart/2005/8/layout/vList2"/>
    <dgm:cxn modelId="{FF5161AB-1F93-49C8-821F-569229E75674}" srcId="{95A255AA-8E89-4BB0-9758-F4A46154695D}" destId="{28C2CEB1-9D8D-49E2-8420-703C996047F2}" srcOrd="3" destOrd="0" parTransId="{69DECCCA-6FF3-4A8B-B563-1E86857D175D}" sibTransId="{851157F9-3699-47FD-93C4-473EA7E48293}"/>
    <dgm:cxn modelId="{B3B051B8-D758-44BF-8AD4-6FB2CB46B690}" type="presOf" srcId="{A8F96A1B-F9B4-4847-8E5E-4132A6A6145A}" destId="{A703952A-0DF3-44B5-8C5F-A9CE9824CD43}" srcOrd="0" destOrd="0" presId="urn:microsoft.com/office/officeart/2005/8/layout/vList2"/>
    <dgm:cxn modelId="{F6C93EE1-26B7-4405-B1C6-0C8E1CAFB170}" srcId="{95A255AA-8E89-4BB0-9758-F4A46154695D}" destId="{A71C1028-B840-43B4-865A-34306438600C}" srcOrd="1" destOrd="0" parTransId="{5EFA16B8-89D7-4057-A974-D9B974158E00}" sibTransId="{ECBDD96D-7C54-4064-A1D8-8B7992E10116}"/>
    <dgm:cxn modelId="{955200D2-1C5A-4E7A-A9E7-B66EAC3A956E}" type="presParOf" srcId="{7890AEFB-9ECA-48B5-BC09-B6A837EDA57D}" destId="{C0395B9E-9151-4C76-9480-BC4D27E66373}" srcOrd="0" destOrd="0" presId="urn:microsoft.com/office/officeart/2005/8/layout/vList2"/>
    <dgm:cxn modelId="{F8A0FA4B-7C29-4EDC-A960-69A3D0EED1E5}" type="presParOf" srcId="{7890AEFB-9ECA-48B5-BC09-B6A837EDA57D}" destId="{6D965AD2-715E-4C95-B399-80F7D3B410F4}" srcOrd="1" destOrd="0" presId="urn:microsoft.com/office/officeart/2005/8/layout/vList2"/>
    <dgm:cxn modelId="{ED3188A4-5216-42FE-B595-81ACD2CA3084}" type="presParOf" srcId="{7890AEFB-9ECA-48B5-BC09-B6A837EDA57D}" destId="{4FA5339E-6928-4FE3-BBFE-FEA216E0FBF4}" srcOrd="2" destOrd="0" presId="urn:microsoft.com/office/officeart/2005/8/layout/vList2"/>
    <dgm:cxn modelId="{65AD358A-AC0D-47E7-A0FC-AB45B2ECD203}" type="presParOf" srcId="{7890AEFB-9ECA-48B5-BC09-B6A837EDA57D}" destId="{E0855E28-C284-4B00-A5BF-8A2C5788E3D1}" srcOrd="3" destOrd="0" presId="urn:microsoft.com/office/officeart/2005/8/layout/vList2"/>
    <dgm:cxn modelId="{8B87EBD1-7275-49CE-8E9B-953CF99D9ECB}" type="presParOf" srcId="{7890AEFB-9ECA-48B5-BC09-B6A837EDA57D}" destId="{A703952A-0DF3-44B5-8C5F-A9CE9824CD43}" srcOrd="4" destOrd="0" presId="urn:microsoft.com/office/officeart/2005/8/layout/vList2"/>
    <dgm:cxn modelId="{ADD952D4-0BA7-4EF4-B3B8-15173760B8E7}" type="presParOf" srcId="{7890AEFB-9ECA-48B5-BC09-B6A837EDA57D}" destId="{DFE30E97-90D8-4824-A5D4-D4DD455249BF}" srcOrd="5" destOrd="0" presId="urn:microsoft.com/office/officeart/2005/8/layout/vList2"/>
    <dgm:cxn modelId="{57CD7840-8EEB-4D8C-926C-34292F11D980}" type="presParOf" srcId="{7890AEFB-9ECA-48B5-BC09-B6A837EDA57D}" destId="{2653E13E-9ABC-4899-8C2D-B9EDFB20A081}" srcOrd="6" destOrd="0" presId="urn:microsoft.com/office/officeart/2005/8/layout/vList2"/>
    <dgm:cxn modelId="{5510AD52-0B4C-446C-99ED-8C20E1BAFA43}" type="presParOf" srcId="{7890AEFB-9ECA-48B5-BC09-B6A837EDA57D}" destId="{7DD0CE03-610A-4968-A454-B6EEB6251943}" srcOrd="7" destOrd="0" presId="urn:microsoft.com/office/officeart/2005/8/layout/vList2"/>
    <dgm:cxn modelId="{12B1BE1A-F328-4E3C-8AB5-607F42C3515B}" type="presParOf" srcId="{7890AEFB-9ECA-48B5-BC09-B6A837EDA57D}" destId="{C99C196A-E620-40BC-904C-A09A5D32D78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7EED04-C9C8-4EEF-B0D3-606871A018F0}" type="doc">
      <dgm:prSet loTypeId="urn:microsoft.com/office/officeart/2016/7/layout/LinearArrowProcessNumbered" loCatId="process" qsTypeId="urn:microsoft.com/office/officeart/2005/8/quickstyle/3d9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5B6724-2BCC-4DB8-B263-96C3199103AA}">
      <dgm:prSet custT="1"/>
      <dgm:spPr/>
      <dgm:t>
        <a:bodyPr/>
        <a:lstStyle/>
        <a:p>
          <a:r>
            <a:rPr lang="en-GB" sz="1000" b="1" dirty="0"/>
            <a:t>Implement unsupervised pseudo-labelling framework</a:t>
          </a:r>
          <a:endParaRPr lang="en-US" sz="1000" b="1" dirty="0"/>
        </a:p>
      </dgm:t>
    </dgm:pt>
    <dgm:pt modelId="{F38B79EE-AEF8-4F76-95D9-B49F7C473CFA}" type="parTrans" cxnId="{A4DFC767-76C2-4B06-9F99-F9E3A915D75F}">
      <dgm:prSet/>
      <dgm:spPr/>
      <dgm:t>
        <a:bodyPr/>
        <a:lstStyle/>
        <a:p>
          <a:endParaRPr lang="en-US"/>
        </a:p>
      </dgm:t>
    </dgm:pt>
    <dgm:pt modelId="{B3E93A95-FE65-4CC9-BB8F-5FBAFAAD175F}" type="sibTrans" cxnId="{A4DFC767-76C2-4B06-9F99-F9E3A915D75F}">
      <dgm:prSet phldrT="1" phldr="0"/>
      <dgm:spPr/>
      <dgm:t>
        <a:bodyPr/>
        <a:lstStyle/>
        <a:p>
          <a:r>
            <a:rPr lang="en-US"/>
            <a:t>1</a:t>
          </a:r>
          <a:endParaRPr lang="en-US" dirty="0"/>
        </a:p>
      </dgm:t>
    </dgm:pt>
    <dgm:pt modelId="{FCE95726-C9C3-4719-8911-0C3C245049FF}">
      <dgm:prSet custT="1"/>
      <dgm:spPr/>
      <dgm:t>
        <a:bodyPr/>
        <a:lstStyle/>
        <a:p>
          <a:r>
            <a:rPr lang="en-GB" sz="1000" b="1" dirty="0"/>
            <a:t>Investigate the role of VLMs in noise filtration</a:t>
          </a:r>
          <a:endParaRPr lang="en-US" sz="1000" b="1" dirty="0"/>
        </a:p>
      </dgm:t>
    </dgm:pt>
    <dgm:pt modelId="{6667FE46-11E0-4D5F-BEC3-C7D9C0042FF8}" type="parTrans" cxnId="{98981DF1-E80F-4648-8516-50A0B0178E61}">
      <dgm:prSet/>
      <dgm:spPr/>
      <dgm:t>
        <a:bodyPr/>
        <a:lstStyle/>
        <a:p>
          <a:endParaRPr lang="en-US"/>
        </a:p>
      </dgm:t>
    </dgm:pt>
    <dgm:pt modelId="{6AC89A17-6A87-423A-9446-091EB52CBACF}" type="sibTrans" cxnId="{98981DF1-E80F-4648-8516-50A0B0178E6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BC70ADB-CF3D-4916-BC99-1F12233FE715}">
      <dgm:prSet custT="1"/>
      <dgm:spPr/>
      <dgm:t>
        <a:bodyPr/>
        <a:lstStyle/>
        <a:p>
          <a:r>
            <a:rPr lang="en-GB" sz="1000" b="1" dirty="0"/>
            <a:t>Study threshold sensitivity in Grounding Dino</a:t>
          </a:r>
          <a:endParaRPr lang="en-US" sz="1000" b="1" dirty="0"/>
        </a:p>
      </dgm:t>
    </dgm:pt>
    <dgm:pt modelId="{DE12915E-5877-4312-9348-E7FDA0253E90}" type="parTrans" cxnId="{E9598F17-44DE-4AF0-9DEB-EDF4121D6F96}">
      <dgm:prSet/>
      <dgm:spPr/>
      <dgm:t>
        <a:bodyPr/>
        <a:lstStyle/>
        <a:p>
          <a:endParaRPr lang="en-US"/>
        </a:p>
      </dgm:t>
    </dgm:pt>
    <dgm:pt modelId="{FF6EA3CE-2777-4314-BCA7-2D4901E5C10F}" type="sibTrans" cxnId="{E9598F17-44DE-4AF0-9DEB-EDF4121D6F9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E2570EA-7105-4D55-8AB1-7E8AAC6CBC12}">
      <dgm:prSet custT="1"/>
      <dgm:spPr/>
      <dgm:t>
        <a:bodyPr/>
        <a:lstStyle/>
        <a:p>
          <a:r>
            <a:rPr lang="en-GB" sz="1000" b="1" dirty="0"/>
            <a:t>Explore spatial and temporal enhancement (windowing, SAM2)</a:t>
          </a:r>
          <a:endParaRPr lang="en-US" sz="1000" b="1" dirty="0"/>
        </a:p>
      </dgm:t>
    </dgm:pt>
    <dgm:pt modelId="{0300F9B3-0466-4A60-868C-E3A582D3AE96}" type="parTrans" cxnId="{DD57DA8A-ADDD-4A01-B4C2-535AD4C4927C}">
      <dgm:prSet/>
      <dgm:spPr/>
      <dgm:t>
        <a:bodyPr/>
        <a:lstStyle/>
        <a:p>
          <a:endParaRPr lang="en-US"/>
        </a:p>
      </dgm:t>
    </dgm:pt>
    <dgm:pt modelId="{8C4716D9-60FA-471E-9304-18FB5E3457B1}" type="sibTrans" cxnId="{DD57DA8A-ADDD-4A01-B4C2-535AD4C4927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F2B60BA-6AF6-467F-A7D4-51B2DAC85FD0}">
      <dgm:prSet custT="1"/>
      <dgm:spPr/>
      <dgm:t>
        <a:bodyPr/>
        <a:lstStyle/>
        <a:p>
          <a:r>
            <a:rPr lang="en-GB" sz="1000" b="1" dirty="0"/>
            <a:t>Assess prompt sensitivity of zero-set detectors/VLMs</a:t>
          </a:r>
          <a:endParaRPr lang="en-US" sz="1000" b="1" dirty="0"/>
        </a:p>
      </dgm:t>
    </dgm:pt>
    <dgm:pt modelId="{4EE33DC4-7869-4F6D-94B6-18BB6ED5A78F}" type="parTrans" cxnId="{6961A23F-CD54-4894-9BC1-E1464F4115B1}">
      <dgm:prSet/>
      <dgm:spPr/>
      <dgm:t>
        <a:bodyPr/>
        <a:lstStyle/>
        <a:p>
          <a:endParaRPr lang="en-US"/>
        </a:p>
      </dgm:t>
    </dgm:pt>
    <dgm:pt modelId="{6FDDDF12-4BEE-40E2-9142-2C9CFC7C04B0}" type="sibTrans" cxnId="{6961A23F-CD54-4894-9BC1-E1464F4115B1}">
      <dgm:prSet phldrT="5" phldr="0"/>
      <dgm:spPr/>
      <dgm:t>
        <a:bodyPr/>
        <a:lstStyle/>
        <a:p>
          <a:r>
            <a:rPr lang="en-US"/>
            <a:t>5</a:t>
          </a:r>
          <a:endParaRPr lang="en-US" dirty="0"/>
        </a:p>
      </dgm:t>
    </dgm:pt>
    <dgm:pt modelId="{664CF0D4-A8D1-4A72-8032-005236C124F9}" type="pres">
      <dgm:prSet presAssocID="{BB7EED04-C9C8-4EEF-B0D3-606871A018F0}" presName="linearFlow" presStyleCnt="0">
        <dgm:presLayoutVars>
          <dgm:dir/>
          <dgm:animLvl val="lvl"/>
          <dgm:resizeHandles val="exact"/>
        </dgm:presLayoutVars>
      </dgm:prSet>
      <dgm:spPr/>
    </dgm:pt>
    <dgm:pt modelId="{14CD0333-A398-49EC-820D-991DA3224A78}" type="pres">
      <dgm:prSet presAssocID="{CC5B6724-2BCC-4DB8-B263-96C3199103AA}" presName="compositeNode" presStyleCnt="0"/>
      <dgm:spPr/>
    </dgm:pt>
    <dgm:pt modelId="{C1694333-2FC7-4A62-8A5B-9AFB7EBDA8C0}" type="pres">
      <dgm:prSet presAssocID="{CC5B6724-2BCC-4DB8-B263-96C3199103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F6897DB-510F-449A-9E27-D1C5958FF83D}" type="pres">
      <dgm:prSet presAssocID="{CC5B6724-2BCC-4DB8-B263-96C3199103AA}" presName="parSh" presStyleCnt="0"/>
      <dgm:spPr/>
    </dgm:pt>
    <dgm:pt modelId="{C7302A82-42E8-4775-9077-99A104965F6D}" type="pres">
      <dgm:prSet presAssocID="{CC5B6724-2BCC-4DB8-B263-96C3199103AA}" presName="lineNode" presStyleLbl="alignAccFollowNode1" presStyleIdx="0" presStyleCnt="15"/>
      <dgm:spPr/>
    </dgm:pt>
    <dgm:pt modelId="{DEE60A3E-C75A-4513-9FB7-6308BCFDFE45}" type="pres">
      <dgm:prSet presAssocID="{CC5B6724-2BCC-4DB8-B263-96C3199103AA}" presName="lineArrowNode" presStyleLbl="alignAccFollowNode1" presStyleIdx="1" presStyleCnt="15"/>
      <dgm:spPr/>
    </dgm:pt>
    <dgm:pt modelId="{7710C8E4-5EEB-4763-ABAD-C65A21D31853}" type="pres">
      <dgm:prSet presAssocID="{B3E93A95-FE65-4CC9-BB8F-5FBAFAAD175F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BC2AC8F7-64A7-4BBD-BB4A-6E66D0203CAC}" type="pres">
      <dgm:prSet presAssocID="{B3E93A95-FE65-4CC9-BB8F-5FBAFAAD175F}" presName="spacerBetweenCircleAndCallout" presStyleCnt="0">
        <dgm:presLayoutVars/>
      </dgm:prSet>
      <dgm:spPr/>
    </dgm:pt>
    <dgm:pt modelId="{65C1182E-DD04-486A-ACE7-41BE945DA3FE}" type="pres">
      <dgm:prSet presAssocID="{CC5B6724-2BCC-4DB8-B263-96C3199103AA}" presName="nodeText" presStyleLbl="alignAccFollowNode1" presStyleIdx="2" presStyleCnt="15" custScaleY="100000">
        <dgm:presLayoutVars>
          <dgm:bulletEnabled val="1"/>
        </dgm:presLayoutVars>
      </dgm:prSet>
      <dgm:spPr/>
    </dgm:pt>
    <dgm:pt modelId="{8BCEBF8D-F1FD-42F6-AD2F-688B4004E4B2}" type="pres">
      <dgm:prSet presAssocID="{B3E93A95-FE65-4CC9-BB8F-5FBAFAAD175F}" presName="sibTransComposite" presStyleCnt="0"/>
      <dgm:spPr/>
    </dgm:pt>
    <dgm:pt modelId="{B3A402EF-2233-4841-9578-187DDB75428D}" type="pres">
      <dgm:prSet presAssocID="{FCE95726-C9C3-4719-8911-0C3C245049FF}" presName="compositeNode" presStyleCnt="0"/>
      <dgm:spPr/>
    </dgm:pt>
    <dgm:pt modelId="{E1071D9F-CB5B-4466-AD59-7D0032E90F93}" type="pres">
      <dgm:prSet presAssocID="{FCE95726-C9C3-4719-8911-0C3C245049F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2737D8F-1774-4996-8684-F6D18B40FCF0}" type="pres">
      <dgm:prSet presAssocID="{FCE95726-C9C3-4719-8911-0C3C245049FF}" presName="parSh" presStyleCnt="0"/>
      <dgm:spPr/>
    </dgm:pt>
    <dgm:pt modelId="{F928940D-BCD7-4296-9189-ACB49775F002}" type="pres">
      <dgm:prSet presAssocID="{FCE95726-C9C3-4719-8911-0C3C245049FF}" presName="lineNode" presStyleLbl="alignAccFollowNode1" presStyleIdx="3" presStyleCnt="15"/>
      <dgm:spPr/>
    </dgm:pt>
    <dgm:pt modelId="{F1DDAEE0-14E3-43EC-98BE-1E1638564588}" type="pres">
      <dgm:prSet presAssocID="{FCE95726-C9C3-4719-8911-0C3C245049FF}" presName="lineArrowNode" presStyleLbl="alignAccFollowNode1" presStyleIdx="4" presStyleCnt="15"/>
      <dgm:spPr/>
    </dgm:pt>
    <dgm:pt modelId="{C2536920-64F4-4135-993E-D19A6BB60FBB}" type="pres">
      <dgm:prSet presAssocID="{6AC89A17-6A87-423A-9446-091EB52CBACF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8A7748B1-7052-4924-BC80-6B7F47604713}" type="pres">
      <dgm:prSet presAssocID="{6AC89A17-6A87-423A-9446-091EB52CBACF}" presName="spacerBetweenCircleAndCallout" presStyleCnt="0">
        <dgm:presLayoutVars/>
      </dgm:prSet>
      <dgm:spPr/>
    </dgm:pt>
    <dgm:pt modelId="{5226B78A-B4F1-4432-BC89-699B08CE7027}" type="pres">
      <dgm:prSet presAssocID="{FCE95726-C9C3-4719-8911-0C3C245049FF}" presName="nodeText" presStyleLbl="alignAccFollowNode1" presStyleIdx="5" presStyleCnt="15" custScaleY="100000">
        <dgm:presLayoutVars>
          <dgm:bulletEnabled val="1"/>
        </dgm:presLayoutVars>
      </dgm:prSet>
      <dgm:spPr/>
    </dgm:pt>
    <dgm:pt modelId="{6C2E8E26-5774-4900-B26C-688F8D7A2DFD}" type="pres">
      <dgm:prSet presAssocID="{6AC89A17-6A87-423A-9446-091EB52CBACF}" presName="sibTransComposite" presStyleCnt="0"/>
      <dgm:spPr/>
    </dgm:pt>
    <dgm:pt modelId="{7BDF6116-765E-4BDD-BF1B-5A6FD08BA32B}" type="pres">
      <dgm:prSet presAssocID="{1BC70ADB-CF3D-4916-BC99-1F12233FE715}" presName="compositeNode" presStyleCnt="0"/>
      <dgm:spPr/>
    </dgm:pt>
    <dgm:pt modelId="{B0E720E7-BF58-41B2-827C-A2C60A526409}" type="pres">
      <dgm:prSet presAssocID="{1BC70ADB-CF3D-4916-BC99-1F12233FE71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B11FD6D-7256-4483-9C63-26C4B63B3553}" type="pres">
      <dgm:prSet presAssocID="{1BC70ADB-CF3D-4916-BC99-1F12233FE715}" presName="parSh" presStyleCnt="0"/>
      <dgm:spPr/>
    </dgm:pt>
    <dgm:pt modelId="{CA9E8419-BDB5-4701-91BB-CE2E7ECDC976}" type="pres">
      <dgm:prSet presAssocID="{1BC70ADB-CF3D-4916-BC99-1F12233FE715}" presName="lineNode" presStyleLbl="alignAccFollowNode1" presStyleIdx="6" presStyleCnt="15"/>
      <dgm:spPr/>
    </dgm:pt>
    <dgm:pt modelId="{808020E8-FB2D-49EF-985C-49ECCF7EB946}" type="pres">
      <dgm:prSet presAssocID="{1BC70ADB-CF3D-4916-BC99-1F12233FE715}" presName="lineArrowNode" presStyleLbl="alignAccFollowNode1" presStyleIdx="7" presStyleCnt="15"/>
      <dgm:spPr/>
    </dgm:pt>
    <dgm:pt modelId="{91EAF07B-2E75-47A8-A538-A41D29006DE9}" type="pres">
      <dgm:prSet presAssocID="{FF6EA3CE-2777-4314-BCA7-2D4901E5C10F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DFAB041D-FF91-4276-82A0-92583CF579B7}" type="pres">
      <dgm:prSet presAssocID="{FF6EA3CE-2777-4314-BCA7-2D4901E5C10F}" presName="spacerBetweenCircleAndCallout" presStyleCnt="0">
        <dgm:presLayoutVars/>
      </dgm:prSet>
      <dgm:spPr/>
    </dgm:pt>
    <dgm:pt modelId="{B8DB3DCA-8A67-42A9-836E-E3ABB2FA58C5}" type="pres">
      <dgm:prSet presAssocID="{1BC70ADB-CF3D-4916-BC99-1F12233FE715}" presName="nodeText" presStyleLbl="alignAccFollowNode1" presStyleIdx="8" presStyleCnt="15" custScaleY="100000">
        <dgm:presLayoutVars>
          <dgm:bulletEnabled val="1"/>
        </dgm:presLayoutVars>
      </dgm:prSet>
      <dgm:spPr/>
    </dgm:pt>
    <dgm:pt modelId="{5F0EC0E6-D8BF-4504-994F-207DFEB15FC1}" type="pres">
      <dgm:prSet presAssocID="{FF6EA3CE-2777-4314-BCA7-2D4901E5C10F}" presName="sibTransComposite" presStyleCnt="0"/>
      <dgm:spPr/>
    </dgm:pt>
    <dgm:pt modelId="{FA982176-451A-48AB-8E84-34307B75A23B}" type="pres">
      <dgm:prSet presAssocID="{EE2570EA-7105-4D55-8AB1-7E8AAC6CBC12}" presName="compositeNode" presStyleCnt="0"/>
      <dgm:spPr/>
    </dgm:pt>
    <dgm:pt modelId="{110C9F46-601C-410C-8764-51A29968AAA2}" type="pres">
      <dgm:prSet presAssocID="{EE2570EA-7105-4D55-8AB1-7E8AAC6CBC1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1F7B9E5-1711-47C0-AA15-D768B5AB9F5F}" type="pres">
      <dgm:prSet presAssocID="{EE2570EA-7105-4D55-8AB1-7E8AAC6CBC12}" presName="parSh" presStyleCnt="0"/>
      <dgm:spPr/>
    </dgm:pt>
    <dgm:pt modelId="{B0F43BC8-F810-4621-9C5D-4D61790A7B83}" type="pres">
      <dgm:prSet presAssocID="{EE2570EA-7105-4D55-8AB1-7E8AAC6CBC12}" presName="lineNode" presStyleLbl="alignAccFollowNode1" presStyleIdx="9" presStyleCnt="15"/>
      <dgm:spPr/>
    </dgm:pt>
    <dgm:pt modelId="{D2CD7BB0-0797-4B3B-AE6F-587DB19343BF}" type="pres">
      <dgm:prSet presAssocID="{EE2570EA-7105-4D55-8AB1-7E8AAC6CBC12}" presName="lineArrowNode" presStyleLbl="alignAccFollowNode1" presStyleIdx="10" presStyleCnt="15"/>
      <dgm:spPr/>
    </dgm:pt>
    <dgm:pt modelId="{F4045018-F273-407F-A2A4-650D2BC5448C}" type="pres">
      <dgm:prSet presAssocID="{8C4716D9-60FA-471E-9304-18FB5E3457B1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5AF38EEB-9516-4E34-8773-86D34218B0A5}" type="pres">
      <dgm:prSet presAssocID="{8C4716D9-60FA-471E-9304-18FB5E3457B1}" presName="spacerBetweenCircleAndCallout" presStyleCnt="0">
        <dgm:presLayoutVars/>
      </dgm:prSet>
      <dgm:spPr/>
    </dgm:pt>
    <dgm:pt modelId="{144A174B-3525-4F9D-BCDA-7E2D6752EE2A}" type="pres">
      <dgm:prSet presAssocID="{EE2570EA-7105-4D55-8AB1-7E8AAC6CBC12}" presName="nodeText" presStyleLbl="alignAccFollowNode1" presStyleIdx="11" presStyleCnt="15" custScaleY="100000">
        <dgm:presLayoutVars>
          <dgm:bulletEnabled val="1"/>
        </dgm:presLayoutVars>
      </dgm:prSet>
      <dgm:spPr/>
    </dgm:pt>
    <dgm:pt modelId="{7F838947-BD12-400E-9A5F-C476B44CD73F}" type="pres">
      <dgm:prSet presAssocID="{8C4716D9-60FA-471E-9304-18FB5E3457B1}" presName="sibTransComposite" presStyleCnt="0"/>
      <dgm:spPr/>
    </dgm:pt>
    <dgm:pt modelId="{8AA4DD9C-3549-47A2-9972-B9A43D2323C2}" type="pres">
      <dgm:prSet presAssocID="{9F2B60BA-6AF6-467F-A7D4-51B2DAC85FD0}" presName="compositeNode" presStyleCnt="0"/>
      <dgm:spPr/>
    </dgm:pt>
    <dgm:pt modelId="{609D705F-3133-4001-9368-02A28989C33F}" type="pres">
      <dgm:prSet presAssocID="{9F2B60BA-6AF6-467F-A7D4-51B2DAC85FD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DC86DA6-09D6-4BF6-9538-500708C8AA8F}" type="pres">
      <dgm:prSet presAssocID="{9F2B60BA-6AF6-467F-A7D4-51B2DAC85FD0}" presName="parSh" presStyleCnt="0"/>
      <dgm:spPr/>
    </dgm:pt>
    <dgm:pt modelId="{AD84A59E-E7E8-4AED-AF51-95B6418D4F07}" type="pres">
      <dgm:prSet presAssocID="{9F2B60BA-6AF6-467F-A7D4-51B2DAC85FD0}" presName="lineNode" presStyleLbl="alignAccFollowNode1" presStyleIdx="12" presStyleCnt="15"/>
      <dgm:spPr/>
    </dgm:pt>
    <dgm:pt modelId="{A5920732-61BD-4169-BC62-4A9E04400E1D}" type="pres">
      <dgm:prSet presAssocID="{9F2B60BA-6AF6-467F-A7D4-51B2DAC85FD0}" presName="lineArrowNode" presStyleLbl="alignAccFollowNode1" presStyleIdx="13" presStyleCnt="15"/>
      <dgm:spPr/>
    </dgm:pt>
    <dgm:pt modelId="{0B92EA5D-6D55-4FCB-8925-1F33694977D8}" type="pres">
      <dgm:prSet presAssocID="{6FDDDF12-4BEE-40E2-9142-2C9CFC7C04B0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0A670123-D298-4F13-B9DB-F02D169D38CA}" type="pres">
      <dgm:prSet presAssocID="{6FDDDF12-4BEE-40E2-9142-2C9CFC7C04B0}" presName="spacerBetweenCircleAndCallout" presStyleCnt="0">
        <dgm:presLayoutVars/>
      </dgm:prSet>
      <dgm:spPr/>
    </dgm:pt>
    <dgm:pt modelId="{83725A9A-7CF2-49AF-A682-09AE7E3649C0}" type="pres">
      <dgm:prSet presAssocID="{9F2B60BA-6AF6-467F-A7D4-51B2DAC85FD0}" presName="nodeText" presStyleLbl="alignAccFollowNode1" presStyleIdx="14" presStyleCnt="15" custScaleY="100000">
        <dgm:presLayoutVars>
          <dgm:bulletEnabled val="1"/>
        </dgm:presLayoutVars>
      </dgm:prSet>
      <dgm:spPr/>
    </dgm:pt>
  </dgm:ptLst>
  <dgm:cxnLst>
    <dgm:cxn modelId="{E9598F17-44DE-4AF0-9DEB-EDF4121D6F96}" srcId="{BB7EED04-C9C8-4EEF-B0D3-606871A018F0}" destId="{1BC70ADB-CF3D-4916-BC99-1F12233FE715}" srcOrd="2" destOrd="0" parTransId="{DE12915E-5877-4312-9348-E7FDA0253E90}" sibTransId="{FF6EA3CE-2777-4314-BCA7-2D4901E5C10F}"/>
    <dgm:cxn modelId="{D786A13A-D89A-4889-A038-147D80024D7D}" type="presOf" srcId="{6AC89A17-6A87-423A-9446-091EB52CBACF}" destId="{C2536920-64F4-4135-993E-D19A6BB60FBB}" srcOrd="0" destOrd="0" presId="urn:microsoft.com/office/officeart/2016/7/layout/LinearArrowProcessNumbered"/>
    <dgm:cxn modelId="{6961A23F-CD54-4894-9BC1-E1464F4115B1}" srcId="{BB7EED04-C9C8-4EEF-B0D3-606871A018F0}" destId="{9F2B60BA-6AF6-467F-A7D4-51B2DAC85FD0}" srcOrd="4" destOrd="0" parTransId="{4EE33DC4-7869-4F6D-94B6-18BB6ED5A78F}" sibTransId="{6FDDDF12-4BEE-40E2-9142-2C9CFC7C04B0}"/>
    <dgm:cxn modelId="{37587042-729E-4FC8-95B1-5AA6FD914330}" type="presOf" srcId="{EE2570EA-7105-4D55-8AB1-7E8AAC6CBC12}" destId="{144A174B-3525-4F9D-BCDA-7E2D6752EE2A}" srcOrd="0" destOrd="0" presId="urn:microsoft.com/office/officeart/2016/7/layout/LinearArrowProcessNumbered"/>
    <dgm:cxn modelId="{5241A162-B270-47A2-AC27-1DDD97306DD6}" type="presOf" srcId="{B3E93A95-FE65-4CC9-BB8F-5FBAFAAD175F}" destId="{7710C8E4-5EEB-4763-ABAD-C65A21D31853}" srcOrd="0" destOrd="0" presId="urn:microsoft.com/office/officeart/2016/7/layout/LinearArrowProcessNumbered"/>
    <dgm:cxn modelId="{A4DFC767-76C2-4B06-9F99-F9E3A915D75F}" srcId="{BB7EED04-C9C8-4EEF-B0D3-606871A018F0}" destId="{CC5B6724-2BCC-4DB8-B263-96C3199103AA}" srcOrd="0" destOrd="0" parTransId="{F38B79EE-AEF8-4F76-95D9-B49F7C473CFA}" sibTransId="{B3E93A95-FE65-4CC9-BB8F-5FBAFAAD175F}"/>
    <dgm:cxn modelId="{789B306E-2E39-41FC-AFC9-60E60C13F828}" type="presOf" srcId="{6FDDDF12-4BEE-40E2-9142-2C9CFC7C04B0}" destId="{0B92EA5D-6D55-4FCB-8925-1F33694977D8}" srcOrd="0" destOrd="0" presId="urn:microsoft.com/office/officeart/2016/7/layout/LinearArrowProcessNumbered"/>
    <dgm:cxn modelId="{6322BD50-FC9E-4152-9EF9-B33382AF04CD}" type="presOf" srcId="{8C4716D9-60FA-471E-9304-18FB5E3457B1}" destId="{F4045018-F273-407F-A2A4-650D2BC5448C}" srcOrd="0" destOrd="0" presId="urn:microsoft.com/office/officeart/2016/7/layout/LinearArrowProcessNumbered"/>
    <dgm:cxn modelId="{34E49373-CB2C-4FD6-B2DD-AEBAD611DBB2}" type="presOf" srcId="{1BC70ADB-CF3D-4916-BC99-1F12233FE715}" destId="{B8DB3DCA-8A67-42A9-836E-E3ABB2FA58C5}" srcOrd="0" destOrd="0" presId="urn:microsoft.com/office/officeart/2016/7/layout/LinearArrowProcessNumbered"/>
    <dgm:cxn modelId="{CE22F57A-A704-4A44-84DC-FD3E22C0CE8D}" type="presOf" srcId="{9F2B60BA-6AF6-467F-A7D4-51B2DAC85FD0}" destId="{83725A9A-7CF2-49AF-A682-09AE7E3649C0}" srcOrd="0" destOrd="0" presId="urn:microsoft.com/office/officeart/2016/7/layout/LinearArrowProcessNumbered"/>
    <dgm:cxn modelId="{5D1DD088-6289-4F1B-AEC4-61FC4D66D788}" type="presOf" srcId="{CC5B6724-2BCC-4DB8-B263-96C3199103AA}" destId="{65C1182E-DD04-486A-ACE7-41BE945DA3FE}" srcOrd="0" destOrd="0" presId="urn:microsoft.com/office/officeart/2016/7/layout/LinearArrowProcessNumbered"/>
    <dgm:cxn modelId="{DD57DA8A-ADDD-4A01-B4C2-535AD4C4927C}" srcId="{BB7EED04-C9C8-4EEF-B0D3-606871A018F0}" destId="{EE2570EA-7105-4D55-8AB1-7E8AAC6CBC12}" srcOrd="3" destOrd="0" parTransId="{0300F9B3-0466-4A60-868C-E3A582D3AE96}" sibTransId="{8C4716D9-60FA-471E-9304-18FB5E3457B1}"/>
    <dgm:cxn modelId="{E3B0AB97-9C59-4F81-9FE1-07C0FB970AE0}" type="presOf" srcId="{FF6EA3CE-2777-4314-BCA7-2D4901E5C10F}" destId="{91EAF07B-2E75-47A8-A538-A41D29006DE9}" srcOrd="0" destOrd="0" presId="urn:microsoft.com/office/officeart/2016/7/layout/LinearArrowProcessNumbered"/>
    <dgm:cxn modelId="{69AA09C5-0ED6-4533-B66A-A430E0F9D3E7}" type="presOf" srcId="{FCE95726-C9C3-4719-8911-0C3C245049FF}" destId="{5226B78A-B4F1-4432-BC89-699B08CE7027}" srcOrd="0" destOrd="0" presId="urn:microsoft.com/office/officeart/2016/7/layout/LinearArrowProcessNumbered"/>
    <dgm:cxn modelId="{98981DF1-E80F-4648-8516-50A0B0178E61}" srcId="{BB7EED04-C9C8-4EEF-B0D3-606871A018F0}" destId="{FCE95726-C9C3-4719-8911-0C3C245049FF}" srcOrd="1" destOrd="0" parTransId="{6667FE46-11E0-4D5F-BEC3-C7D9C0042FF8}" sibTransId="{6AC89A17-6A87-423A-9446-091EB52CBACF}"/>
    <dgm:cxn modelId="{641C6AFF-005F-43F0-BA31-E4F798CA0C1C}" type="presOf" srcId="{BB7EED04-C9C8-4EEF-B0D3-606871A018F0}" destId="{664CF0D4-A8D1-4A72-8032-005236C124F9}" srcOrd="0" destOrd="0" presId="urn:microsoft.com/office/officeart/2016/7/layout/LinearArrowProcessNumbered"/>
    <dgm:cxn modelId="{2FA151F8-49DA-4A7F-ABF1-4D3295B8B2C0}" type="presParOf" srcId="{664CF0D4-A8D1-4A72-8032-005236C124F9}" destId="{14CD0333-A398-49EC-820D-991DA3224A78}" srcOrd="0" destOrd="0" presId="urn:microsoft.com/office/officeart/2016/7/layout/LinearArrowProcessNumbered"/>
    <dgm:cxn modelId="{AE81BF40-CD05-4211-81E3-E11E59A92272}" type="presParOf" srcId="{14CD0333-A398-49EC-820D-991DA3224A78}" destId="{C1694333-2FC7-4A62-8A5B-9AFB7EBDA8C0}" srcOrd="0" destOrd="0" presId="urn:microsoft.com/office/officeart/2016/7/layout/LinearArrowProcessNumbered"/>
    <dgm:cxn modelId="{D7601035-5F0D-4E45-BF48-6C71B800C3A3}" type="presParOf" srcId="{14CD0333-A398-49EC-820D-991DA3224A78}" destId="{0F6897DB-510F-449A-9E27-D1C5958FF83D}" srcOrd="1" destOrd="0" presId="urn:microsoft.com/office/officeart/2016/7/layout/LinearArrowProcessNumbered"/>
    <dgm:cxn modelId="{55DE0855-F940-4C3A-88D8-2E9366E4D473}" type="presParOf" srcId="{0F6897DB-510F-449A-9E27-D1C5958FF83D}" destId="{C7302A82-42E8-4775-9077-99A104965F6D}" srcOrd="0" destOrd="0" presId="urn:microsoft.com/office/officeart/2016/7/layout/LinearArrowProcessNumbered"/>
    <dgm:cxn modelId="{A04D473E-6146-4580-B597-DB61E6EECB0A}" type="presParOf" srcId="{0F6897DB-510F-449A-9E27-D1C5958FF83D}" destId="{DEE60A3E-C75A-4513-9FB7-6308BCFDFE45}" srcOrd="1" destOrd="0" presId="urn:microsoft.com/office/officeart/2016/7/layout/LinearArrowProcessNumbered"/>
    <dgm:cxn modelId="{0C3A311D-A4A7-4937-A480-2DF92578E751}" type="presParOf" srcId="{0F6897DB-510F-449A-9E27-D1C5958FF83D}" destId="{7710C8E4-5EEB-4763-ABAD-C65A21D31853}" srcOrd="2" destOrd="0" presId="urn:microsoft.com/office/officeart/2016/7/layout/LinearArrowProcessNumbered"/>
    <dgm:cxn modelId="{722B1D48-5AE7-44A1-80DC-4A4696675ADC}" type="presParOf" srcId="{0F6897DB-510F-449A-9E27-D1C5958FF83D}" destId="{BC2AC8F7-64A7-4BBD-BB4A-6E66D0203CAC}" srcOrd="3" destOrd="0" presId="urn:microsoft.com/office/officeart/2016/7/layout/LinearArrowProcessNumbered"/>
    <dgm:cxn modelId="{036AD858-B61A-4108-9C71-0A5678106023}" type="presParOf" srcId="{14CD0333-A398-49EC-820D-991DA3224A78}" destId="{65C1182E-DD04-486A-ACE7-41BE945DA3FE}" srcOrd="2" destOrd="0" presId="urn:microsoft.com/office/officeart/2016/7/layout/LinearArrowProcessNumbered"/>
    <dgm:cxn modelId="{E99AB3FC-5DEC-4FDA-BC52-2343D5C47639}" type="presParOf" srcId="{664CF0D4-A8D1-4A72-8032-005236C124F9}" destId="{8BCEBF8D-F1FD-42F6-AD2F-688B4004E4B2}" srcOrd="1" destOrd="0" presId="urn:microsoft.com/office/officeart/2016/7/layout/LinearArrowProcessNumbered"/>
    <dgm:cxn modelId="{BDC74C2F-4B5A-4205-9351-A2EB1755B460}" type="presParOf" srcId="{664CF0D4-A8D1-4A72-8032-005236C124F9}" destId="{B3A402EF-2233-4841-9578-187DDB75428D}" srcOrd="2" destOrd="0" presId="urn:microsoft.com/office/officeart/2016/7/layout/LinearArrowProcessNumbered"/>
    <dgm:cxn modelId="{A47460BE-8660-4265-8B16-37BE8E88B27F}" type="presParOf" srcId="{B3A402EF-2233-4841-9578-187DDB75428D}" destId="{E1071D9F-CB5B-4466-AD59-7D0032E90F93}" srcOrd="0" destOrd="0" presId="urn:microsoft.com/office/officeart/2016/7/layout/LinearArrowProcessNumbered"/>
    <dgm:cxn modelId="{40C76CD0-2128-405B-AF31-7EADEBE3E5F3}" type="presParOf" srcId="{B3A402EF-2233-4841-9578-187DDB75428D}" destId="{72737D8F-1774-4996-8684-F6D18B40FCF0}" srcOrd="1" destOrd="0" presId="urn:microsoft.com/office/officeart/2016/7/layout/LinearArrowProcessNumbered"/>
    <dgm:cxn modelId="{92E29163-9915-4CC0-A1F4-257E7DCCE897}" type="presParOf" srcId="{72737D8F-1774-4996-8684-F6D18B40FCF0}" destId="{F928940D-BCD7-4296-9189-ACB49775F002}" srcOrd="0" destOrd="0" presId="urn:microsoft.com/office/officeart/2016/7/layout/LinearArrowProcessNumbered"/>
    <dgm:cxn modelId="{39B01F19-05B5-4934-95C9-8025432B0E14}" type="presParOf" srcId="{72737D8F-1774-4996-8684-F6D18B40FCF0}" destId="{F1DDAEE0-14E3-43EC-98BE-1E1638564588}" srcOrd="1" destOrd="0" presId="urn:microsoft.com/office/officeart/2016/7/layout/LinearArrowProcessNumbered"/>
    <dgm:cxn modelId="{331BA275-EBE0-4875-9C12-D81C113FF03E}" type="presParOf" srcId="{72737D8F-1774-4996-8684-F6D18B40FCF0}" destId="{C2536920-64F4-4135-993E-D19A6BB60FBB}" srcOrd="2" destOrd="0" presId="urn:microsoft.com/office/officeart/2016/7/layout/LinearArrowProcessNumbered"/>
    <dgm:cxn modelId="{2C321E4D-7634-4544-AC2D-03859D0123D6}" type="presParOf" srcId="{72737D8F-1774-4996-8684-F6D18B40FCF0}" destId="{8A7748B1-7052-4924-BC80-6B7F47604713}" srcOrd="3" destOrd="0" presId="urn:microsoft.com/office/officeart/2016/7/layout/LinearArrowProcessNumbered"/>
    <dgm:cxn modelId="{4483A898-BE59-421F-BADB-EF4F7163860B}" type="presParOf" srcId="{B3A402EF-2233-4841-9578-187DDB75428D}" destId="{5226B78A-B4F1-4432-BC89-699B08CE7027}" srcOrd="2" destOrd="0" presId="urn:microsoft.com/office/officeart/2016/7/layout/LinearArrowProcessNumbered"/>
    <dgm:cxn modelId="{FE6675DE-B97B-4CE4-83E3-D769F304075C}" type="presParOf" srcId="{664CF0D4-A8D1-4A72-8032-005236C124F9}" destId="{6C2E8E26-5774-4900-B26C-688F8D7A2DFD}" srcOrd="3" destOrd="0" presId="urn:microsoft.com/office/officeart/2016/7/layout/LinearArrowProcessNumbered"/>
    <dgm:cxn modelId="{0A92E0F6-C5C6-42F6-B984-B3A17EEEA4AC}" type="presParOf" srcId="{664CF0D4-A8D1-4A72-8032-005236C124F9}" destId="{7BDF6116-765E-4BDD-BF1B-5A6FD08BA32B}" srcOrd="4" destOrd="0" presId="urn:microsoft.com/office/officeart/2016/7/layout/LinearArrowProcessNumbered"/>
    <dgm:cxn modelId="{D159164C-251E-4C1B-B6A3-08C160E2038A}" type="presParOf" srcId="{7BDF6116-765E-4BDD-BF1B-5A6FD08BA32B}" destId="{B0E720E7-BF58-41B2-827C-A2C60A526409}" srcOrd="0" destOrd="0" presId="urn:microsoft.com/office/officeart/2016/7/layout/LinearArrowProcessNumbered"/>
    <dgm:cxn modelId="{C7576405-6E2C-41D9-A950-12440BF17DDF}" type="presParOf" srcId="{7BDF6116-765E-4BDD-BF1B-5A6FD08BA32B}" destId="{EB11FD6D-7256-4483-9C63-26C4B63B3553}" srcOrd="1" destOrd="0" presId="urn:microsoft.com/office/officeart/2016/7/layout/LinearArrowProcessNumbered"/>
    <dgm:cxn modelId="{805140B6-F519-4A32-AAED-895F7636C051}" type="presParOf" srcId="{EB11FD6D-7256-4483-9C63-26C4B63B3553}" destId="{CA9E8419-BDB5-4701-91BB-CE2E7ECDC976}" srcOrd="0" destOrd="0" presId="urn:microsoft.com/office/officeart/2016/7/layout/LinearArrowProcessNumbered"/>
    <dgm:cxn modelId="{65E11100-BCFE-4771-A3CF-C8D9D92AFA9E}" type="presParOf" srcId="{EB11FD6D-7256-4483-9C63-26C4B63B3553}" destId="{808020E8-FB2D-49EF-985C-49ECCF7EB946}" srcOrd="1" destOrd="0" presId="urn:microsoft.com/office/officeart/2016/7/layout/LinearArrowProcessNumbered"/>
    <dgm:cxn modelId="{E452018D-FEE0-408C-98A1-9A71072F42FE}" type="presParOf" srcId="{EB11FD6D-7256-4483-9C63-26C4B63B3553}" destId="{91EAF07B-2E75-47A8-A538-A41D29006DE9}" srcOrd="2" destOrd="0" presId="urn:microsoft.com/office/officeart/2016/7/layout/LinearArrowProcessNumbered"/>
    <dgm:cxn modelId="{AFBFA1CF-0C2C-40B6-9D49-6718361BFD02}" type="presParOf" srcId="{EB11FD6D-7256-4483-9C63-26C4B63B3553}" destId="{DFAB041D-FF91-4276-82A0-92583CF579B7}" srcOrd="3" destOrd="0" presId="urn:microsoft.com/office/officeart/2016/7/layout/LinearArrowProcessNumbered"/>
    <dgm:cxn modelId="{B42C4BD8-ECE8-41A9-9E26-43BD575E7981}" type="presParOf" srcId="{7BDF6116-765E-4BDD-BF1B-5A6FD08BA32B}" destId="{B8DB3DCA-8A67-42A9-836E-E3ABB2FA58C5}" srcOrd="2" destOrd="0" presId="urn:microsoft.com/office/officeart/2016/7/layout/LinearArrowProcessNumbered"/>
    <dgm:cxn modelId="{C9E5F69C-9CD7-4805-80E8-2FD35AE536C0}" type="presParOf" srcId="{664CF0D4-A8D1-4A72-8032-005236C124F9}" destId="{5F0EC0E6-D8BF-4504-994F-207DFEB15FC1}" srcOrd="5" destOrd="0" presId="urn:microsoft.com/office/officeart/2016/7/layout/LinearArrowProcessNumbered"/>
    <dgm:cxn modelId="{B0B87BC0-C6CC-446C-9166-45828F992BCB}" type="presParOf" srcId="{664CF0D4-A8D1-4A72-8032-005236C124F9}" destId="{FA982176-451A-48AB-8E84-34307B75A23B}" srcOrd="6" destOrd="0" presId="urn:microsoft.com/office/officeart/2016/7/layout/LinearArrowProcessNumbered"/>
    <dgm:cxn modelId="{58119E5B-5D8F-4FA3-A8D6-599C819522E6}" type="presParOf" srcId="{FA982176-451A-48AB-8E84-34307B75A23B}" destId="{110C9F46-601C-410C-8764-51A29968AAA2}" srcOrd="0" destOrd="0" presId="urn:microsoft.com/office/officeart/2016/7/layout/LinearArrowProcessNumbered"/>
    <dgm:cxn modelId="{A56321B0-66BE-4B01-B949-D12D1EFD2176}" type="presParOf" srcId="{FA982176-451A-48AB-8E84-34307B75A23B}" destId="{31F7B9E5-1711-47C0-AA15-D768B5AB9F5F}" srcOrd="1" destOrd="0" presId="urn:microsoft.com/office/officeart/2016/7/layout/LinearArrowProcessNumbered"/>
    <dgm:cxn modelId="{730FB411-2509-4B7B-9CDB-1969ADF1E496}" type="presParOf" srcId="{31F7B9E5-1711-47C0-AA15-D768B5AB9F5F}" destId="{B0F43BC8-F810-4621-9C5D-4D61790A7B83}" srcOrd="0" destOrd="0" presId="urn:microsoft.com/office/officeart/2016/7/layout/LinearArrowProcessNumbered"/>
    <dgm:cxn modelId="{83A713A3-8738-41C9-8B77-033311628BF9}" type="presParOf" srcId="{31F7B9E5-1711-47C0-AA15-D768B5AB9F5F}" destId="{D2CD7BB0-0797-4B3B-AE6F-587DB19343BF}" srcOrd="1" destOrd="0" presId="urn:microsoft.com/office/officeart/2016/7/layout/LinearArrowProcessNumbered"/>
    <dgm:cxn modelId="{D689F8B0-0D1C-404A-9E2D-3BF9C1348E51}" type="presParOf" srcId="{31F7B9E5-1711-47C0-AA15-D768B5AB9F5F}" destId="{F4045018-F273-407F-A2A4-650D2BC5448C}" srcOrd="2" destOrd="0" presId="urn:microsoft.com/office/officeart/2016/7/layout/LinearArrowProcessNumbered"/>
    <dgm:cxn modelId="{44B257EE-EC6D-44DB-822F-C862AA6BF837}" type="presParOf" srcId="{31F7B9E5-1711-47C0-AA15-D768B5AB9F5F}" destId="{5AF38EEB-9516-4E34-8773-86D34218B0A5}" srcOrd="3" destOrd="0" presId="urn:microsoft.com/office/officeart/2016/7/layout/LinearArrowProcessNumbered"/>
    <dgm:cxn modelId="{DD561ECE-3E19-4D1F-BD20-BDFF523BC4CB}" type="presParOf" srcId="{FA982176-451A-48AB-8E84-34307B75A23B}" destId="{144A174B-3525-4F9D-BCDA-7E2D6752EE2A}" srcOrd="2" destOrd="0" presId="urn:microsoft.com/office/officeart/2016/7/layout/LinearArrowProcessNumbered"/>
    <dgm:cxn modelId="{E44496CC-EB0E-45CD-92E7-66019255BFE8}" type="presParOf" srcId="{664CF0D4-A8D1-4A72-8032-005236C124F9}" destId="{7F838947-BD12-400E-9A5F-C476B44CD73F}" srcOrd="7" destOrd="0" presId="urn:microsoft.com/office/officeart/2016/7/layout/LinearArrowProcessNumbered"/>
    <dgm:cxn modelId="{1AC7D0FD-9E46-47B7-A359-10C03FAE15A7}" type="presParOf" srcId="{664CF0D4-A8D1-4A72-8032-005236C124F9}" destId="{8AA4DD9C-3549-47A2-9972-B9A43D2323C2}" srcOrd="8" destOrd="0" presId="urn:microsoft.com/office/officeart/2016/7/layout/LinearArrowProcessNumbered"/>
    <dgm:cxn modelId="{CE6919D4-99A1-4EE6-98BC-D3381B28451A}" type="presParOf" srcId="{8AA4DD9C-3549-47A2-9972-B9A43D2323C2}" destId="{609D705F-3133-4001-9368-02A28989C33F}" srcOrd="0" destOrd="0" presId="urn:microsoft.com/office/officeart/2016/7/layout/LinearArrowProcessNumbered"/>
    <dgm:cxn modelId="{75A41457-DB62-4681-B458-F2E2EB0D9C3D}" type="presParOf" srcId="{8AA4DD9C-3549-47A2-9972-B9A43D2323C2}" destId="{5DC86DA6-09D6-4BF6-9538-500708C8AA8F}" srcOrd="1" destOrd="0" presId="urn:microsoft.com/office/officeart/2016/7/layout/LinearArrowProcessNumbered"/>
    <dgm:cxn modelId="{7DF06308-70BD-42CE-A1DE-8477555E86F4}" type="presParOf" srcId="{5DC86DA6-09D6-4BF6-9538-500708C8AA8F}" destId="{AD84A59E-E7E8-4AED-AF51-95B6418D4F07}" srcOrd="0" destOrd="0" presId="urn:microsoft.com/office/officeart/2016/7/layout/LinearArrowProcessNumbered"/>
    <dgm:cxn modelId="{EC0B453C-167B-45DE-8220-F64AEA8134E2}" type="presParOf" srcId="{5DC86DA6-09D6-4BF6-9538-500708C8AA8F}" destId="{A5920732-61BD-4169-BC62-4A9E04400E1D}" srcOrd="1" destOrd="0" presId="urn:microsoft.com/office/officeart/2016/7/layout/LinearArrowProcessNumbered"/>
    <dgm:cxn modelId="{FC6BF4D4-B806-4645-8355-0A892679D0A3}" type="presParOf" srcId="{5DC86DA6-09D6-4BF6-9538-500708C8AA8F}" destId="{0B92EA5D-6D55-4FCB-8925-1F33694977D8}" srcOrd="2" destOrd="0" presId="urn:microsoft.com/office/officeart/2016/7/layout/LinearArrowProcessNumbered"/>
    <dgm:cxn modelId="{80E82830-8C07-48CB-B9FA-77BE8F88B459}" type="presParOf" srcId="{5DC86DA6-09D6-4BF6-9538-500708C8AA8F}" destId="{0A670123-D298-4F13-B9DB-F02D169D38CA}" srcOrd="3" destOrd="0" presId="urn:microsoft.com/office/officeart/2016/7/layout/LinearArrowProcessNumbered"/>
    <dgm:cxn modelId="{62546C7B-7A4D-4B41-BBFB-4DC6665116EE}" type="presParOf" srcId="{8AA4DD9C-3549-47A2-9972-B9A43D2323C2}" destId="{83725A9A-7CF2-49AF-A682-09AE7E3649C0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EC84DE-1F40-4E71-AC45-13DE4B6DDA2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8A67568-2710-4C59-AD4C-CE4257562CA4}">
      <dgm:prSet custT="1"/>
      <dgm:spPr/>
      <dgm:t>
        <a:bodyPr/>
        <a:lstStyle/>
        <a:p>
          <a:r>
            <a:rPr lang="en-GB" sz="1500" b="1" dirty="0"/>
            <a:t>Improve Base Detection</a:t>
          </a:r>
          <a:r>
            <a:rPr lang="en-GB" sz="1500" dirty="0"/>
            <a:t>: </a:t>
          </a:r>
          <a:r>
            <a:rPr lang="en-GB" sz="1500" b="0" dirty="0"/>
            <a:t>Test new prompts for Grounding DINO.</a:t>
          </a:r>
        </a:p>
        <a:p>
          <a:r>
            <a:rPr lang="en-GB" sz="1500" b="0" dirty="0"/>
            <a:t>Explore other zero-shot detectors like OWL-</a:t>
          </a:r>
          <a:r>
            <a:rPr lang="en-GB" sz="1500" b="0" dirty="0" err="1"/>
            <a:t>ViT</a:t>
          </a:r>
          <a:r>
            <a:rPr lang="en-GB" sz="1500" b="0" dirty="0"/>
            <a:t> or GLIP.</a:t>
          </a:r>
          <a:endParaRPr lang="en-US" sz="1500" b="0" dirty="0"/>
        </a:p>
      </dgm:t>
    </dgm:pt>
    <dgm:pt modelId="{C29E8250-08B6-4FD0-B516-EE29DA3C9742}" type="parTrans" cxnId="{66C4573A-DE58-4479-8409-3BCD48A115B9}">
      <dgm:prSet/>
      <dgm:spPr/>
      <dgm:t>
        <a:bodyPr/>
        <a:lstStyle/>
        <a:p>
          <a:endParaRPr lang="en-US"/>
        </a:p>
      </dgm:t>
    </dgm:pt>
    <dgm:pt modelId="{2E8BAEB2-5F6E-4EE4-8332-960F9B6D9BDE}" type="sibTrans" cxnId="{66C4573A-DE58-4479-8409-3BCD48A115B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3F9D120-E898-4245-8C4A-F06D8CFF6907}">
      <dgm:prSet/>
      <dgm:spPr/>
      <dgm:t>
        <a:bodyPr/>
        <a:lstStyle/>
        <a:p>
          <a:r>
            <a:rPr lang="en-GB" b="1" dirty="0"/>
            <a:t>Scale to Larger Datasets</a:t>
          </a:r>
          <a:r>
            <a:rPr lang="en-GB" dirty="0"/>
            <a:t>: </a:t>
          </a:r>
          <a:r>
            <a:rPr lang="en-GB" b="0" dirty="0"/>
            <a:t>Test on diverse datasets (e.g., DOTA) with varied scenes and object categories to assess generalization.</a:t>
          </a:r>
          <a:endParaRPr lang="en-US" b="0" dirty="0"/>
        </a:p>
      </dgm:t>
    </dgm:pt>
    <dgm:pt modelId="{97A2406B-F9F7-421A-9287-7FBC7F2C6487}" type="parTrans" cxnId="{E7253583-AF3E-4CEC-9EDE-4D25E0F19D3B}">
      <dgm:prSet/>
      <dgm:spPr/>
      <dgm:t>
        <a:bodyPr/>
        <a:lstStyle/>
        <a:p>
          <a:endParaRPr lang="en-US"/>
        </a:p>
      </dgm:t>
    </dgm:pt>
    <dgm:pt modelId="{B628C51D-9D26-4DE8-964D-1A9AF4806D6A}" type="sibTrans" cxnId="{E7253583-AF3E-4CEC-9EDE-4D25E0F19D3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1711103-F743-4288-9C50-65CC888FE4B2}">
      <dgm:prSet/>
      <dgm:spPr/>
      <dgm:t>
        <a:bodyPr/>
        <a:lstStyle/>
        <a:p>
          <a:r>
            <a:rPr lang="en-GB" b="1" dirty="0"/>
            <a:t>Leverage Newer VLMs</a:t>
          </a:r>
          <a:r>
            <a:rPr lang="en-GB" dirty="0"/>
            <a:t>: </a:t>
          </a:r>
          <a:r>
            <a:rPr lang="en-GB" b="0" dirty="0"/>
            <a:t>Try advanced models like CLIP or </a:t>
          </a:r>
          <a:r>
            <a:rPr lang="en-GB" b="0" dirty="0" err="1"/>
            <a:t>LLaVA</a:t>
          </a:r>
          <a:r>
            <a:rPr lang="en-GB" b="0" dirty="0"/>
            <a:t> for better semantic filtering.</a:t>
          </a:r>
          <a:endParaRPr lang="en-US" b="0" dirty="0"/>
        </a:p>
      </dgm:t>
    </dgm:pt>
    <dgm:pt modelId="{23CB0F04-5ED4-4DC2-AC89-B434558C19DA}" type="parTrans" cxnId="{AF2CAA96-2F7D-44C6-A4B6-45F55B41B315}">
      <dgm:prSet/>
      <dgm:spPr/>
      <dgm:t>
        <a:bodyPr/>
        <a:lstStyle/>
        <a:p>
          <a:endParaRPr lang="en-US"/>
        </a:p>
      </dgm:t>
    </dgm:pt>
    <dgm:pt modelId="{C3D105D7-FE09-4D15-84F6-A90450ACA051}" type="sibTrans" cxnId="{AF2CAA96-2F7D-44C6-A4B6-45F55B41B31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D196C6B-A6F6-4C85-96B6-7833A1E334D7}">
      <dgm:prSet/>
      <dgm:spPr/>
      <dgm:t>
        <a:bodyPr/>
        <a:lstStyle/>
        <a:p>
          <a:r>
            <a:rPr lang="en-GB" b="1" dirty="0"/>
            <a:t>Modular Pipeline Extensions</a:t>
          </a:r>
          <a:r>
            <a:rPr lang="en-GB" dirty="0"/>
            <a:t>: </a:t>
          </a:r>
          <a:r>
            <a:rPr lang="en-GB" b="0" dirty="0"/>
            <a:t>Enable configurable detectors, filters.</a:t>
          </a:r>
          <a:endParaRPr lang="en-US" b="0" dirty="0"/>
        </a:p>
      </dgm:t>
    </dgm:pt>
    <dgm:pt modelId="{B5C17441-8CC7-44B3-8190-9BA26952F396}" type="parTrans" cxnId="{649FA37C-10AF-48BB-B579-E6C7214037BC}">
      <dgm:prSet/>
      <dgm:spPr/>
      <dgm:t>
        <a:bodyPr/>
        <a:lstStyle/>
        <a:p>
          <a:endParaRPr lang="en-US"/>
        </a:p>
      </dgm:t>
    </dgm:pt>
    <dgm:pt modelId="{7AA13151-5EFF-4A11-8498-F6DB85B7119D}" type="sibTrans" cxnId="{649FA37C-10AF-48BB-B579-E6C7214037B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2453A84-7577-480A-8250-656ADAEFC3EE}" type="pres">
      <dgm:prSet presAssocID="{76EC84DE-1F40-4E71-AC45-13DE4B6DDA22}" presName="Name0" presStyleCnt="0">
        <dgm:presLayoutVars>
          <dgm:animLvl val="lvl"/>
          <dgm:resizeHandles val="exact"/>
        </dgm:presLayoutVars>
      </dgm:prSet>
      <dgm:spPr/>
    </dgm:pt>
    <dgm:pt modelId="{2F7E7897-5C34-4EE4-95CC-EEBEDEEF6026}" type="pres">
      <dgm:prSet presAssocID="{C8A67568-2710-4C59-AD4C-CE4257562CA4}" presName="compositeNode" presStyleCnt="0">
        <dgm:presLayoutVars>
          <dgm:bulletEnabled val="1"/>
        </dgm:presLayoutVars>
      </dgm:prSet>
      <dgm:spPr/>
    </dgm:pt>
    <dgm:pt modelId="{242740A4-C6EE-4CC2-8425-95A517B74C87}" type="pres">
      <dgm:prSet presAssocID="{C8A67568-2710-4C59-AD4C-CE4257562CA4}" presName="bgRect" presStyleLbl="bgAccFollowNode1" presStyleIdx="0" presStyleCnt="4"/>
      <dgm:spPr/>
    </dgm:pt>
    <dgm:pt modelId="{1417676B-EB71-4738-9729-5344C829C34C}" type="pres">
      <dgm:prSet presAssocID="{2E8BAEB2-5F6E-4EE4-8332-960F9B6D9BD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B96DBA8-5CB4-4872-8864-55D6868EA442}" type="pres">
      <dgm:prSet presAssocID="{C8A67568-2710-4C59-AD4C-CE4257562CA4}" presName="bottomLine" presStyleLbl="alignNode1" presStyleIdx="1" presStyleCnt="8">
        <dgm:presLayoutVars/>
      </dgm:prSet>
      <dgm:spPr/>
    </dgm:pt>
    <dgm:pt modelId="{23DE849E-AE08-4A5E-97D7-3849491EC7F8}" type="pres">
      <dgm:prSet presAssocID="{C8A67568-2710-4C59-AD4C-CE4257562CA4}" presName="nodeText" presStyleLbl="bgAccFollowNode1" presStyleIdx="0" presStyleCnt="4">
        <dgm:presLayoutVars>
          <dgm:bulletEnabled val="1"/>
        </dgm:presLayoutVars>
      </dgm:prSet>
      <dgm:spPr/>
    </dgm:pt>
    <dgm:pt modelId="{B7F239A9-6928-4E70-B8D5-D0C2819459D6}" type="pres">
      <dgm:prSet presAssocID="{2E8BAEB2-5F6E-4EE4-8332-960F9B6D9BDE}" presName="sibTrans" presStyleCnt="0"/>
      <dgm:spPr/>
    </dgm:pt>
    <dgm:pt modelId="{A2083A54-D314-4A0C-A991-9200AD672F87}" type="pres">
      <dgm:prSet presAssocID="{43F9D120-E898-4245-8C4A-F06D8CFF6907}" presName="compositeNode" presStyleCnt="0">
        <dgm:presLayoutVars>
          <dgm:bulletEnabled val="1"/>
        </dgm:presLayoutVars>
      </dgm:prSet>
      <dgm:spPr/>
    </dgm:pt>
    <dgm:pt modelId="{0ABCD317-4842-4F46-AE18-C0585288A063}" type="pres">
      <dgm:prSet presAssocID="{43F9D120-E898-4245-8C4A-F06D8CFF6907}" presName="bgRect" presStyleLbl="bgAccFollowNode1" presStyleIdx="1" presStyleCnt="4"/>
      <dgm:spPr/>
    </dgm:pt>
    <dgm:pt modelId="{94B088A9-C4BE-4530-A667-6ADAC41578C6}" type="pres">
      <dgm:prSet presAssocID="{B628C51D-9D26-4DE8-964D-1A9AF4806D6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0C65904-739E-4060-ADD2-38EABB296576}" type="pres">
      <dgm:prSet presAssocID="{43F9D120-E898-4245-8C4A-F06D8CFF6907}" presName="bottomLine" presStyleLbl="alignNode1" presStyleIdx="3" presStyleCnt="8">
        <dgm:presLayoutVars/>
      </dgm:prSet>
      <dgm:spPr/>
    </dgm:pt>
    <dgm:pt modelId="{4F007F25-47DE-4DDE-8815-69445FC902AC}" type="pres">
      <dgm:prSet presAssocID="{43F9D120-E898-4245-8C4A-F06D8CFF6907}" presName="nodeText" presStyleLbl="bgAccFollowNode1" presStyleIdx="1" presStyleCnt="4">
        <dgm:presLayoutVars>
          <dgm:bulletEnabled val="1"/>
        </dgm:presLayoutVars>
      </dgm:prSet>
      <dgm:spPr/>
    </dgm:pt>
    <dgm:pt modelId="{BEE21C10-22C6-4565-926E-B45EE6DDEAF6}" type="pres">
      <dgm:prSet presAssocID="{B628C51D-9D26-4DE8-964D-1A9AF4806D6A}" presName="sibTrans" presStyleCnt="0"/>
      <dgm:spPr/>
    </dgm:pt>
    <dgm:pt modelId="{D84F43D4-41D8-4AA9-A120-63D39DFC6543}" type="pres">
      <dgm:prSet presAssocID="{61711103-F743-4288-9C50-65CC888FE4B2}" presName="compositeNode" presStyleCnt="0">
        <dgm:presLayoutVars>
          <dgm:bulletEnabled val="1"/>
        </dgm:presLayoutVars>
      </dgm:prSet>
      <dgm:spPr/>
    </dgm:pt>
    <dgm:pt modelId="{6C9809B6-A724-4139-853A-DAD49E9F9C5A}" type="pres">
      <dgm:prSet presAssocID="{61711103-F743-4288-9C50-65CC888FE4B2}" presName="bgRect" presStyleLbl="bgAccFollowNode1" presStyleIdx="2" presStyleCnt="4" custLinFactNeighborX="1512" custLinFactNeighborY="-436"/>
      <dgm:spPr/>
    </dgm:pt>
    <dgm:pt modelId="{44383FAA-4CA1-469C-9CF0-487130712611}" type="pres">
      <dgm:prSet presAssocID="{C3D105D7-FE09-4D15-84F6-A90450ACA05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25817E51-5411-4E23-8EB1-FA6FB33DDE44}" type="pres">
      <dgm:prSet presAssocID="{61711103-F743-4288-9C50-65CC888FE4B2}" presName="bottomLine" presStyleLbl="alignNode1" presStyleIdx="5" presStyleCnt="8">
        <dgm:presLayoutVars/>
      </dgm:prSet>
      <dgm:spPr/>
    </dgm:pt>
    <dgm:pt modelId="{1D698380-78D7-4CE6-95E3-C934F4F98C44}" type="pres">
      <dgm:prSet presAssocID="{61711103-F743-4288-9C50-65CC888FE4B2}" presName="nodeText" presStyleLbl="bgAccFollowNode1" presStyleIdx="2" presStyleCnt="4">
        <dgm:presLayoutVars>
          <dgm:bulletEnabled val="1"/>
        </dgm:presLayoutVars>
      </dgm:prSet>
      <dgm:spPr/>
    </dgm:pt>
    <dgm:pt modelId="{38D20612-DB79-453E-B36F-620BF6C2ABE0}" type="pres">
      <dgm:prSet presAssocID="{C3D105D7-FE09-4D15-84F6-A90450ACA051}" presName="sibTrans" presStyleCnt="0"/>
      <dgm:spPr/>
    </dgm:pt>
    <dgm:pt modelId="{2CD31066-C6D5-446C-82B0-6BCC267D3F2B}" type="pres">
      <dgm:prSet presAssocID="{8D196C6B-A6F6-4C85-96B6-7833A1E334D7}" presName="compositeNode" presStyleCnt="0">
        <dgm:presLayoutVars>
          <dgm:bulletEnabled val="1"/>
        </dgm:presLayoutVars>
      </dgm:prSet>
      <dgm:spPr/>
    </dgm:pt>
    <dgm:pt modelId="{5512F7B0-2935-488D-9546-FD88046C9D53}" type="pres">
      <dgm:prSet presAssocID="{8D196C6B-A6F6-4C85-96B6-7833A1E334D7}" presName="bgRect" presStyleLbl="bgAccFollowNode1" presStyleIdx="3" presStyleCnt="4"/>
      <dgm:spPr/>
    </dgm:pt>
    <dgm:pt modelId="{397857C7-CC25-4ABC-9D5E-82D173DB46CA}" type="pres">
      <dgm:prSet presAssocID="{7AA13151-5EFF-4A11-8498-F6DB85B7119D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659BFCE-01EE-4973-AEDE-6F8683686412}" type="pres">
      <dgm:prSet presAssocID="{8D196C6B-A6F6-4C85-96B6-7833A1E334D7}" presName="bottomLine" presStyleLbl="alignNode1" presStyleIdx="7" presStyleCnt="8">
        <dgm:presLayoutVars/>
      </dgm:prSet>
      <dgm:spPr/>
    </dgm:pt>
    <dgm:pt modelId="{D303AF8D-6DE1-4B5F-9F05-C25C845973A7}" type="pres">
      <dgm:prSet presAssocID="{8D196C6B-A6F6-4C85-96B6-7833A1E334D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4C31428-AE49-4841-8B8E-527100A9E566}" type="presOf" srcId="{8D196C6B-A6F6-4C85-96B6-7833A1E334D7}" destId="{5512F7B0-2935-488D-9546-FD88046C9D53}" srcOrd="0" destOrd="0" presId="urn:microsoft.com/office/officeart/2016/7/layout/BasicLinearProcessNumbered"/>
    <dgm:cxn modelId="{4E85B32B-8149-4C4C-A282-698920F43664}" type="presOf" srcId="{61711103-F743-4288-9C50-65CC888FE4B2}" destId="{6C9809B6-A724-4139-853A-DAD49E9F9C5A}" srcOrd="0" destOrd="0" presId="urn:microsoft.com/office/officeart/2016/7/layout/BasicLinearProcessNumbered"/>
    <dgm:cxn modelId="{66C4573A-DE58-4479-8409-3BCD48A115B9}" srcId="{76EC84DE-1F40-4E71-AC45-13DE4B6DDA22}" destId="{C8A67568-2710-4C59-AD4C-CE4257562CA4}" srcOrd="0" destOrd="0" parTransId="{C29E8250-08B6-4FD0-B516-EE29DA3C9742}" sibTransId="{2E8BAEB2-5F6E-4EE4-8332-960F9B6D9BDE}"/>
    <dgm:cxn modelId="{EC442A61-1169-4A02-9704-38D5B5FC9B50}" type="presOf" srcId="{B628C51D-9D26-4DE8-964D-1A9AF4806D6A}" destId="{94B088A9-C4BE-4530-A667-6ADAC41578C6}" srcOrd="0" destOrd="0" presId="urn:microsoft.com/office/officeart/2016/7/layout/BasicLinearProcessNumbered"/>
    <dgm:cxn modelId="{7CB7D148-45FB-4DC9-8460-9973D97745D4}" type="presOf" srcId="{61711103-F743-4288-9C50-65CC888FE4B2}" destId="{1D698380-78D7-4CE6-95E3-C934F4F98C44}" srcOrd="1" destOrd="0" presId="urn:microsoft.com/office/officeart/2016/7/layout/BasicLinearProcessNumbered"/>
    <dgm:cxn modelId="{FC02656C-0AE7-4084-975A-BF7F43FA4552}" type="presOf" srcId="{43F9D120-E898-4245-8C4A-F06D8CFF6907}" destId="{4F007F25-47DE-4DDE-8815-69445FC902AC}" srcOrd="1" destOrd="0" presId="urn:microsoft.com/office/officeart/2016/7/layout/BasicLinearProcessNumbered"/>
    <dgm:cxn modelId="{649FA37C-10AF-48BB-B579-E6C7214037BC}" srcId="{76EC84DE-1F40-4E71-AC45-13DE4B6DDA22}" destId="{8D196C6B-A6F6-4C85-96B6-7833A1E334D7}" srcOrd="3" destOrd="0" parTransId="{B5C17441-8CC7-44B3-8190-9BA26952F396}" sibTransId="{7AA13151-5EFF-4A11-8498-F6DB85B7119D}"/>
    <dgm:cxn modelId="{E7253583-AF3E-4CEC-9EDE-4D25E0F19D3B}" srcId="{76EC84DE-1F40-4E71-AC45-13DE4B6DDA22}" destId="{43F9D120-E898-4245-8C4A-F06D8CFF6907}" srcOrd="1" destOrd="0" parTransId="{97A2406B-F9F7-421A-9287-7FBC7F2C6487}" sibTransId="{B628C51D-9D26-4DE8-964D-1A9AF4806D6A}"/>
    <dgm:cxn modelId="{C5555C83-C5DA-4A70-8DDB-3BE33310A07A}" type="presOf" srcId="{43F9D120-E898-4245-8C4A-F06D8CFF6907}" destId="{0ABCD317-4842-4F46-AE18-C0585288A063}" srcOrd="0" destOrd="0" presId="urn:microsoft.com/office/officeart/2016/7/layout/BasicLinearProcessNumbered"/>
    <dgm:cxn modelId="{578B408C-29E4-4F83-A752-AA4F7F9922E3}" type="presOf" srcId="{C3D105D7-FE09-4D15-84F6-A90450ACA051}" destId="{44383FAA-4CA1-469C-9CF0-487130712611}" srcOrd="0" destOrd="0" presId="urn:microsoft.com/office/officeart/2016/7/layout/BasicLinearProcessNumbered"/>
    <dgm:cxn modelId="{0A167390-1C45-43DA-B4D8-50FE27695385}" type="presOf" srcId="{C8A67568-2710-4C59-AD4C-CE4257562CA4}" destId="{242740A4-C6EE-4CC2-8425-95A517B74C87}" srcOrd="0" destOrd="0" presId="urn:microsoft.com/office/officeart/2016/7/layout/BasicLinearProcessNumbered"/>
    <dgm:cxn modelId="{AF2CAA96-2F7D-44C6-A4B6-45F55B41B315}" srcId="{76EC84DE-1F40-4E71-AC45-13DE4B6DDA22}" destId="{61711103-F743-4288-9C50-65CC888FE4B2}" srcOrd="2" destOrd="0" parTransId="{23CB0F04-5ED4-4DC2-AC89-B434558C19DA}" sibTransId="{C3D105D7-FE09-4D15-84F6-A90450ACA051}"/>
    <dgm:cxn modelId="{EB9EA59A-553D-47EF-88CC-AD170A7B7837}" type="presOf" srcId="{7AA13151-5EFF-4A11-8498-F6DB85B7119D}" destId="{397857C7-CC25-4ABC-9D5E-82D173DB46CA}" srcOrd="0" destOrd="0" presId="urn:microsoft.com/office/officeart/2016/7/layout/BasicLinearProcessNumbered"/>
    <dgm:cxn modelId="{03811CC7-E565-40CE-8124-AB94F89DF5EB}" type="presOf" srcId="{8D196C6B-A6F6-4C85-96B6-7833A1E334D7}" destId="{D303AF8D-6DE1-4B5F-9F05-C25C845973A7}" srcOrd="1" destOrd="0" presId="urn:microsoft.com/office/officeart/2016/7/layout/BasicLinearProcessNumbered"/>
    <dgm:cxn modelId="{A01028C9-C71A-4233-A25C-912DA3500D96}" type="presOf" srcId="{2E8BAEB2-5F6E-4EE4-8332-960F9B6D9BDE}" destId="{1417676B-EB71-4738-9729-5344C829C34C}" srcOrd="0" destOrd="0" presId="urn:microsoft.com/office/officeart/2016/7/layout/BasicLinearProcessNumbered"/>
    <dgm:cxn modelId="{1E538DE3-2969-49EA-9055-F1F2D29D67CC}" type="presOf" srcId="{76EC84DE-1F40-4E71-AC45-13DE4B6DDA22}" destId="{62453A84-7577-480A-8250-656ADAEFC3EE}" srcOrd="0" destOrd="0" presId="urn:microsoft.com/office/officeart/2016/7/layout/BasicLinearProcessNumbered"/>
    <dgm:cxn modelId="{BC2BEBEA-7353-4AEF-9D76-1D2DA219F1EA}" type="presOf" srcId="{C8A67568-2710-4C59-AD4C-CE4257562CA4}" destId="{23DE849E-AE08-4A5E-97D7-3849491EC7F8}" srcOrd="1" destOrd="0" presId="urn:microsoft.com/office/officeart/2016/7/layout/BasicLinearProcessNumbered"/>
    <dgm:cxn modelId="{C01C5A4C-5290-4410-891B-2175FE524E83}" type="presParOf" srcId="{62453A84-7577-480A-8250-656ADAEFC3EE}" destId="{2F7E7897-5C34-4EE4-95CC-EEBEDEEF6026}" srcOrd="0" destOrd="0" presId="urn:microsoft.com/office/officeart/2016/7/layout/BasicLinearProcessNumbered"/>
    <dgm:cxn modelId="{E9EFFDED-9864-43C4-ADC9-9EC84DD25D39}" type="presParOf" srcId="{2F7E7897-5C34-4EE4-95CC-EEBEDEEF6026}" destId="{242740A4-C6EE-4CC2-8425-95A517B74C87}" srcOrd="0" destOrd="0" presId="urn:microsoft.com/office/officeart/2016/7/layout/BasicLinearProcessNumbered"/>
    <dgm:cxn modelId="{29419E0D-3DC8-4823-B969-5CBABBCCC335}" type="presParOf" srcId="{2F7E7897-5C34-4EE4-95CC-EEBEDEEF6026}" destId="{1417676B-EB71-4738-9729-5344C829C34C}" srcOrd="1" destOrd="0" presId="urn:microsoft.com/office/officeart/2016/7/layout/BasicLinearProcessNumbered"/>
    <dgm:cxn modelId="{096D3DB2-3A1F-4D41-BE72-7EC18529ED35}" type="presParOf" srcId="{2F7E7897-5C34-4EE4-95CC-EEBEDEEF6026}" destId="{AB96DBA8-5CB4-4872-8864-55D6868EA442}" srcOrd="2" destOrd="0" presId="urn:microsoft.com/office/officeart/2016/7/layout/BasicLinearProcessNumbered"/>
    <dgm:cxn modelId="{F98FCD56-2B2F-42F3-A8D4-839982E83393}" type="presParOf" srcId="{2F7E7897-5C34-4EE4-95CC-EEBEDEEF6026}" destId="{23DE849E-AE08-4A5E-97D7-3849491EC7F8}" srcOrd="3" destOrd="0" presId="urn:microsoft.com/office/officeart/2016/7/layout/BasicLinearProcessNumbered"/>
    <dgm:cxn modelId="{393A0052-AD0F-4EC0-A9C1-7E3CCCCDEF00}" type="presParOf" srcId="{62453A84-7577-480A-8250-656ADAEFC3EE}" destId="{B7F239A9-6928-4E70-B8D5-D0C2819459D6}" srcOrd="1" destOrd="0" presId="urn:microsoft.com/office/officeart/2016/7/layout/BasicLinearProcessNumbered"/>
    <dgm:cxn modelId="{E3640487-A512-42DA-8A12-EFE7E4C3A63F}" type="presParOf" srcId="{62453A84-7577-480A-8250-656ADAEFC3EE}" destId="{A2083A54-D314-4A0C-A991-9200AD672F87}" srcOrd="2" destOrd="0" presId="urn:microsoft.com/office/officeart/2016/7/layout/BasicLinearProcessNumbered"/>
    <dgm:cxn modelId="{0BBA52EE-5EEF-4332-9547-B57CDBC780A8}" type="presParOf" srcId="{A2083A54-D314-4A0C-A991-9200AD672F87}" destId="{0ABCD317-4842-4F46-AE18-C0585288A063}" srcOrd="0" destOrd="0" presId="urn:microsoft.com/office/officeart/2016/7/layout/BasicLinearProcessNumbered"/>
    <dgm:cxn modelId="{C8CFE142-A1D3-4C95-940D-A54EDFE81790}" type="presParOf" srcId="{A2083A54-D314-4A0C-A991-9200AD672F87}" destId="{94B088A9-C4BE-4530-A667-6ADAC41578C6}" srcOrd="1" destOrd="0" presId="urn:microsoft.com/office/officeart/2016/7/layout/BasicLinearProcessNumbered"/>
    <dgm:cxn modelId="{B479B885-B5F8-4C61-8D69-581C2C028E9E}" type="presParOf" srcId="{A2083A54-D314-4A0C-A991-9200AD672F87}" destId="{70C65904-739E-4060-ADD2-38EABB296576}" srcOrd="2" destOrd="0" presId="urn:microsoft.com/office/officeart/2016/7/layout/BasicLinearProcessNumbered"/>
    <dgm:cxn modelId="{E1DB9B98-0218-4B89-B8E8-F7DF22567130}" type="presParOf" srcId="{A2083A54-D314-4A0C-A991-9200AD672F87}" destId="{4F007F25-47DE-4DDE-8815-69445FC902AC}" srcOrd="3" destOrd="0" presId="urn:microsoft.com/office/officeart/2016/7/layout/BasicLinearProcessNumbered"/>
    <dgm:cxn modelId="{FFB7432E-B0FA-471F-A71A-BE05ED6D1370}" type="presParOf" srcId="{62453A84-7577-480A-8250-656ADAEFC3EE}" destId="{BEE21C10-22C6-4565-926E-B45EE6DDEAF6}" srcOrd="3" destOrd="0" presId="urn:microsoft.com/office/officeart/2016/7/layout/BasicLinearProcessNumbered"/>
    <dgm:cxn modelId="{99D9BEF3-30A3-46C2-A647-5DD3C2D64895}" type="presParOf" srcId="{62453A84-7577-480A-8250-656ADAEFC3EE}" destId="{D84F43D4-41D8-4AA9-A120-63D39DFC6543}" srcOrd="4" destOrd="0" presId="urn:microsoft.com/office/officeart/2016/7/layout/BasicLinearProcessNumbered"/>
    <dgm:cxn modelId="{F50C3755-DCF5-4895-BB42-5EC91889805C}" type="presParOf" srcId="{D84F43D4-41D8-4AA9-A120-63D39DFC6543}" destId="{6C9809B6-A724-4139-853A-DAD49E9F9C5A}" srcOrd="0" destOrd="0" presId="urn:microsoft.com/office/officeart/2016/7/layout/BasicLinearProcessNumbered"/>
    <dgm:cxn modelId="{A615C2DB-86C2-4055-9F4F-EEA25EFE90D2}" type="presParOf" srcId="{D84F43D4-41D8-4AA9-A120-63D39DFC6543}" destId="{44383FAA-4CA1-469C-9CF0-487130712611}" srcOrd="1" destOrd="0" presId="urn:microsoft.com/office/officeart/2016/7/layout/BasicLinearProcessNumbered"/>
    <dgm:cxn modelId="{0F42D426-612C-4C6C-B6EE-7B2EED938FFF}" type="presParOf" srcId="{D84F43D4-41D8-4AA9-A120-63D39DFC6543}" destId="{25817E51-5411-4E23-8EB1-FA6FB33DDE44}" srcOrd="2" destOrd="0" presId="urn:microsoft.com/office/officeart/2016/7/layout/BasicLinearProcessNumbered"/>
    <dgm:cxn modelId="{20B6A1E7-6186-498C-B353-2C2D224FC5FD}" type="presParOf" srcId="{D84F43D4-41D8-4AA9-A120-63D39DFC6543}" destId="{1D698380-78D7-4CE6-95E3-C934F4F98C44}" srcOrd="3" destOrd="0" presId="urn:microsoft.com/office/officeart/2016/7/layout/BasicLinearProcessNumbered"/>
    <dgm:cxn modelId="{2E3BFE2F-C4F7-45AA-A750-B04BFAF963CC}" type="presParOf" srcId="{62453A84-7577-480A-8250-656ADAEFC3EE}" destId="{38D20612-DB79-453E-B36F-620BF6C2ABE0}" srcOrd="5" destOrd="0" presId="urn:microsoft.com/office/officeart/2016/7/layout/BasicLinearProcessNumbered"/>
    <dgm:cxn modelId="{D351939D-B040-496A-8E8E-476AAC8AD5BE}" type="presParOf" srcId="{62453A84-7577-480A-8250-656ADAEFC3EE}" destId="{2CD31066-C6D5-446C-82B0-6BCC267D3F2B}" srcOrd="6" destOrd="0" presId="urn:microsoft.com/office/officeart/2016/7/layout/BasicLinearProcessNumbered"/>
    <dgm:cxn modelId="{F790E0D8-988C-418C-A046-14895424BD53}" type="presParOf" srcId="{2CD31066-C6D5-446C-82B0-6BCC267D3F2B}" destId="{5512F7B0-2935-488D-9546-FD88046C9D53}" srcOrd="0" destOrd="0" presId="urn:microsoft.com/office/officeart/2016/7/layout/BasicLinearProcessNumbered"/>
    <dgm:cxn modelId="{277CDA99-4170-4ABA-876D-18D35EEAC163}" type="presParOf" srcId="{2CD31066-C6D5-446C-82B0-6BCC267D3F2B}" destId="{397857C7-CC25-4ABC-9D5E-82D173DB46CA}" srcOrd="1" destOrd="0" presId="urn:microsoft.com/office/officeart/2016/7/layout/BasicLinearProcessNumbered"/>
    <dgm:cxn modelId="{DD8E1E07-3B94-46B1-A6DB-5A8BDDE40BA5}" type="presParOf" srcId="{2CD31066-C6D5-446C-82B0-6BCC267D3F2B}" destId="{4659BFCE-01EE-4973-AEDE-6F8683686412}" srcOrd="2" destOrd="0" presId="urn:microsoft.com/office/officeart/2016/7/layout/BasicLinearProcessNumbered"/>
    <dgm:cxn modelId="{4465F542-ADA1-4A39-BA3D-06FD4B23D18E}" type="presParOf" srcId="{2CD31066-C6D5-446C-82B0-6BCC267D3F2B}" destId="{D303AF8D-6DE1-4B5F-9F05-C25C845973A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9FDB2-9CD7-44A3-B648-FF6CC8681786}">
      <dsp:nvSpPr>
        <dsp:cNvPr id="0" name=""/>
        <dsp:cNvSpPr/>
      </dsp:nvSpPr>
      <dsp:spPr>
        <a:xfrm>
          <a:off x="0" y="0"/>
          <a:ext cx="659449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03F25C4-35DD-4A7B-8159-F2EE48AC92B4}">
      <dsp:nvSpPr>
        <dsp:cNvPr id="0" name=""/>
        <dsp:cNvSpPr/>
      </dsp:nvSpPr>
      <dsp:spPr>
        <a:xfrm>
          <a:off x="0" y="0"/>
          <a:ext cx="6594490" cy="1780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Supports with future AI Solutions for Small and Medium-sized Enterprises in </a:t>
          </a:r>
          <a:r>
            <a:rPr lang="en-GB" sz="2800" b="0" i="0" kern="1200"/>
            <a:t>Northern Sweden</a:t>
          </a:r>
          <a:r>
            <a:rPr lang="en-GB" sz="2800" kern="1200"/>
            <a:t>.</a:t>
          </a:r>
          <a:endParaRPr lang="en-US" sz="2800" kern="1200"/>
        </a:p>
      </dsp:txBody>
      <dsp:txXfrm>
        <a:off x="0" y="0"/>
        <a:ext cx="6594490" cy="1780659"/>
      </dsp:txXfrm>
    </dsp:sp>
    <dsp:sp modelId="{9F55A98E-B3EF-435D-A909-63B6FCD00A6D}">
      <dsp:nvSpPr>
        <dsp:cNvPr id="0" name=""/>
        <dsp:cNvSpPr/>
      </dsp:nvSpPr>
      <dsp:spPr>
        <a:xfrm>
          <a:off x="0" y="1780659"/>
          <a:ext cx="659449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78717D4-F8D0-4199-A0B9-9F8C1269016F}">
      <dsp:nvSpPr>
        <dsp:cNvPr id="0" name=""/>
        <dsp:cNvSpPr/>
      </dsp:nvSpPr>
      <dsp:spPr>
        <a:xfrm>
          <a:off x="0" y="1780659"/>
          <a:ext cx="6594490" cy="1780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Financers: European Regional Development Fund, Norrbotten Region, Skellefteå Municipality, Luleå Municipality</a:t>
          </a:r>
          <a:endParaRPr lang="en-US" sz="2800" kern="1200"/>
        </a:p>
      </dsp:txBody>
      <dsp:txXfrm>
        <a:off x="0" y="1780659"/>
        <a:ext cx="6594490" cy="1780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75AB8-8EBB-49CB-88AE-F30D40F2DD8D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302C6-C005-47F4-A708-BB0A007E7D66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FAAE6-FF48-4913-B4C7-5B9B0C557E9A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Aerial object detection is crucial for search and rescue operation, security,  wildlife/environmental monitoring, surveillance, scene understanding etc.</a:t>
          </a:r>
          <a:endParaRPr lang="en-US" sz="1800" kern="1200"/>
        </a:p>
      </dsp:txBody>
      <dsp:txXfrm>
        <a:off x="1241811" y="2121"/>
        <a:ext cx="5974604" cy="1075161"/>
      </dsp:txXfrm>
    </dsp:sp>
    <dsp:sp modelId="{B16CB209-3A47-491E-A92B-779C250C0CF3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8B6F2-02E8-4DA2-ADE8-2ECF26F09CC5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0C82D-84BB-4E15-B378-0980C0851E9B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AI development depends on large scale annotated data.</a:t>
          </a:r>
          <a:endParaRPr lang="en-US" sz="1800" kern="1200"/>
        </a:p>
      </dsp:txBody>
      <dsp:txXfrm>
        <a:off x="1241811" y="1346073"/>
        <a:ext cx="5974604" cy="1075161"/>
      </dsp:txXfrm>
    </dsp:sp>
    <dsp:sp modelId="{F21940FF-064A-46CA-AE60-2289A03CFC54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57DF0-CAE0-416A-89DF-FC473BB4105F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A40EE-2B1A-4DDB-B5C5-0326DEF5A6AA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Manual annotation is expensive and unscalable</a:t>
          </a:r>
          <a:endParaRPr lang="en-US" sz="1800" kern="1200"/>
        </a:p>
      </dsp:txBody>
      <dsp:txXfrm>
        <a:off x="1241811" y="2690025"/>
        <a:ext cx="5974604" cy="1075161"/>
      </dsp:txXfrm>
    </dsp:sp>
    <dsp:sp modelId="{765158AA-AD48-4648-B8F8-803EE1DF13B3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90D52-3F91-4545-84A8-BAEC80945736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31B5F-CF8C-481A-8B97-B44B3FF8CABF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Aim: Unsupervised annotation</a:t>
          </a:r>
          <a:endParaRPr lang="en-US" sz="1800" kern="1200"/>
        </a:p>
      </dsp:txBody>
      <dsp:txXfrm>
        <a:off x="1241811" y="4033977"/>
        <a:ext cx="5974604" cy="1075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CE474-5A94-4FD1-BA2D-29603222E3A6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BDC53-5F50-4703-A52F-17C4680E1E48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D56A2-9CC5-4CA8-8B9B-91DE06B9B274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SOTA Vision-language models such as Grounding Dino, Gemma3, Paligemma2 offers powerful open-vocab, zero-shot detection and semantic understanding capabilities.</a:t>
          </a:r>
          <a:endParaRPr lang="en-US" sz="1800" kern="1200"/>
        </a:p>
      </dsp:txBody>
      <dsp:txXfrm>
        <a:off x="1686304" y="623"/>
        <a:ext cx="5530111" cy="1460003"/>
      </dsp:txXfrm>
    </dsp:sp>
    <dsp:sp modelId="{4494D581-9AFF-4501-972F-069A93EA72DA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DEF96-3EBE-4A3B-A243-CBD1D17946E0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38044-F8E4-45CA-B531-38A94927CF6C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Raw outputs from these models suffer from noise, redundancy and temporal inconsistencies.</a:t>
          </a:r>
          <a:endParaRPr lang="en-US" sz="1800" kern="1200"/>
        </a:p>
      </dsp:txBody>
      <dsp:txXfrm>
        <a:off x="1686304" y="1825628"/>
        <a:ext cx="5530111" cy="1460003"/>
      </dsp:txXfrm>
    </dsp:sp>
    <dsp:sp modelId="{BBB36C9D-C422-4987-B63D-B8EC892313D6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C7A96-D550-45D2-B09C-C467EF64499C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1317F-1463-4582-B5F3-704824E85085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So, motivation is to leverage the recent advancements in these models by combining their capabilities into a reliable and scalable multi-layered pseudo-labelling pipeline</a:t>
          </a:r>
          <a:endParaRPr lang="en-US" sz="1800" kern="1200"/>
        </a:p>
      </dsp:txBody>
      <dsp:txXfrm>
        <a:off x="1686304" y="3650632"/>
        <a:ext cx="5530111" cy="146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02A82-42E8-4775-9077-99A104965F6D}">
      <dsp:nvSpPr>
        <dsp:cNvPr id="0" name=""/>
        <dsp:cNvSpPr/>
      </dsp:nvSpPr>
      <dsp:spPr>
        <a:xfrm>
          <a:off x="1090156" y="558098"/>
          <a:ext cx="871061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60A3E-C75A-4513-9FB7-6308BCFDFE45}">
      <dsp:nvSpPr>
        <dsp:cNvPr id="0" name=""/>
        <dsp:cNvSpPr/>
      </dsp:nvSpPr>
      <dsp:spPr>
        <a:xfrm>
          <a:off x="2013481" y="484964"/>
          <a:ext cx="100172" cy="18814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590506"/>
            <a:satOff val="-4210"/>
            <a:lumOff val="-38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90506"/>
              <a:satOff val="-4210"/>
              <a:lumOff val="-3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0C8E4-5EEB-4763-ABAD-C65A21D31853}">
      <dsp:nvSpPr>
        <dsp:cNvPr id="0" name=""/>
        <dsp:cNvSpPr/>
      </dsp:nvSpPr>
      <dsp:spPr>
        <a:xfrm>
          <a:off x="541436" y="118297"/>
          <a:ext cx="879673" cy="8796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6" tIns="34136" rIns="34136" bIns="34136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70261" y="247122"/>
        <a:ext cx="622023" cy="622023"/>
      </dsp:txXfrm>
    </dsp:sp>
    <dsp:sp modelId="{65C1182E-DD04-486A-ACE7-41BE945DA3FE}">
      <dsp:nvSpPr>
        <dsp:cNvPr id="0" name=""/>
        <dsp:cNvSpPr/>
      </dsp:nvSpPr>
      <dsp:spPr>
        <a:xfrm>
          <a:off x="1329" y="1163570"/>
          <a:ext cx="195988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181013"/>
            <a:satOff val="-8420"/>
            <a:lumOff val="-76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181013"/>
              <a:satOff val="-8420"/>
              <a:lumOff val="-7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8" tIns="165100" rIns="1545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Design, implement, and evaluate an unsupervised pseudo-labelling framework</a:t>
          </a:r>
          <a:endParaRPr lang="en-US" sz="1800" kern="1200" dirty="0"/>
        </a:p>
      </dsp:txBody>
      <dsp:txXfrm>
        <a:off x="1329" y="1555548"/>
        <a:ext cx="1959888" cy="2065022"/>
      </dsp:txXfrm>
    </dsp:sp>
    <dsp:sp modelId="{F928940D-BCD7-4296-9189-ACB49775F002}">
      <dsp:nvSpPr>
        <dsp:cNvPr id="0" name=""/>
        <dsp:cNvSpPr/>
      </dsp:nvSpPr>
      <dsp:spPr>
        <a:xfrm>
          <a:off x="2178983" y="558098"/>
          <a:ext cx="1959888" cy="72"/>
        </a:xfrm>
        <a:prstGeom prst="rect">
          <a:avLst/>
        </a:prstGeom>
        <a:solidFill>
          <a:schemeClr val="accent5">
            <a:tint val="40000"/>
            <a:alpha val="90000"/>
            <a:hueOff val="1771519"/>
            <a:satOff val="-12630"/>
            <a:lumOff val="-11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771519"/>
              <a:satOff val="-12630"/>
              <a:lumOff val="-11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DAEE0-14E3-43EC-98BE-1E1638564588}">
      <dsp:nvSpPr>
        <dsp:cNvPr id="0" name=""/>
        <dsp:cNvSpPr/>
      </dsp:nvSpPr>
      <dsp:spPr>
        <a:xfrm>
          <a:off x="4191135" y="484964"/>
          <a:ext cx="100172" cy="188149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2362026"/>
            <a:satOff val="-16841"/>
            <a:lumOff val="-152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362026"/>
              <a:satOff val="-16841"/>
              <a:lumOff val="-15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36920-64F4-4135-993E-D19A6BB60FBB}">
      <dsp:nvSpPr>
        <dsp:cNvPr id="0" name=""/>
        <dsp:cNvSpPr/>
      </dsp:nvSpPr>
      <dsp:spPr>
        <a:xfrm>
          <a:off x="2719090" y="118297"/>
          <a:ext cx="879673" cy="879673"/>
        </a:xfrm>
        <a:prstGeom prst="ellipse">
          <a:avLst/>
        </a:prstGeom>
        <a:solidFill>
          <a:schemeClr val="accent5">
            <a:hueOff val="2252699"/>
            <a:satOff val="-5635"/>
            <a:lumOff val="-6127"/>
            <a:alphaOff val="0"/>
          </a:schemeClr>
        </a:solidFill>
        <a:ln w="12700" cap="flat" cmpd="sng" algn="ctr">
          <a:solidFill>
            <a:schemeClr val="accent5">
              <a:hueOff val="2252699"/>
              <a:satOff val="-5635"/>
              <a:lumOff val="-61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6" tIns="34136" rIns="34136" bIns="34136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847915" y="247122"/>
        <a:ext cx="622023" cy="622023"/>
      </dsp:txXfrm>
    </dsp:sp>
    <dsp:sp modelId="{5226B78A-B4F1-4432-BC89-699B08CE7027}">
      <dsp:nvSpPr>
        <dsp:cNvPr id="0" name=""/>
        <dsp:cNvSpPr/>
      </dsp:nvSpPr>
      <dsp:spPr>
        <a:xfrm>
          <a:off x="2178983" y="1163570"/>
          <a:ext cx="195988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2952532"/>
            <a:satOff val="-21051"/>
            <a:lumOff val="-190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952532"/>
              <a:satOff val="-21051"/>
              <a:lumOff val="-19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8" tIns="165100" rIns="1545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Investigate the role of Vision-language Models (VLMs) for noise filtration</a:t>
          </a:r>
          <a:endParaRPr lang="en-US" sz="1800" kern="1200" dirty="0"/>
        </a:p>
      </dsp:txBody>
      <dsp:txXfrm>
        <a:off x="2178983" y="1555548"/>
        <a:ext cx="1959888" cy="2065022"/>
      </dsp:txXfrm>
    </dsp:sp>
    <dsp:sp modelId="{CA9E8419-BDB5-4701-91BB-CE2E7ECDC976}">
      <dsp:nvSpPr>
        <dsp:cNvPr id="0" name=""/>
        <dsp:cNvSpPr/>
      </dsp:nvSpPr>
      <dsp:spPr>
        <a:xfrm>
          <a:off x="4356637" y="558098"/>
          <a:ext cx="1959888" cy="72"/>
        </a:xfrm>
        <a:prstGeom prst="rect">
          <a:avLst/>
        </a:prstGeom>
        <a:solidFill>
          <a:schemeClr val="accent5">
            <a:tint val="40000"/>
            <a:alpha val="90000"/>
            <a:hueOff val="3543039"/>
            <a:satOff val="-25261"/>
            <a:lumOff val="-228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543039"/>
              <a:satOff val="-25261"/>
              <a:lumOff val="-22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020E8-FB2D-49EF-985C-49ECCF7EB946}">
      <dsp:nvSpPr>
        <dsp:cNvPr id="0" name=""/>
        <dsp:cNvSpPr/>
      </dsp:nvSpPr>
      <dsp:spPr>
        <a:xfrm>
          <a:off x="6368789" y="484964"/>
          <a:ext cx="100172" cy="188149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4133545"/>
            <a:satOff val="-29471"/>
            <a:lumOff val="-266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4133545"/>
              <a:satOff val="-29471"/>
              <a:lumOff val="-26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AF07B-2E75-47A8-A538-A41D29006DE9}">
      <dsp:nvSpPr>
        <dsp:cNvPr id="0" name=""/>
        <dsp:cNvSpPr/>
      </dsp:nvSpPr>
      <dsp:spPr>
        <a:xfrm>
          <a:off x="4896744" y="118297"/>
          <a:ext cx="879673" cy="879673"/>
        </a:xfrm>
        <a:prstGeom prst="ellipse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accent5">
              <a:hueOff val="4505397"/>
              <a:satOff val="-11270"/>
              <a:lumOff val="-12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6" tIns="34136" rIns="34136" bIns="34136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025569" y="247122"/>
        <a:ext cx="622023" cy="622023"/>
      </dsp:txXfrm>
    </dsp:sp>
    <dsp:sp modelId="{B8DB3DCA-8A67-42A9-836E-E3ABB2FA58C5}">
      <dsp:nvSpPr>
        <dsp:cNvPr id="0" name=""/>
        <dsp:cNvSpPr/>
      </dsp:nvSpPr>
      <dsp:spPr>
        <a:xfrm>
          <a:off x="4356637" y="1163570"/>
          <a:ext cx="195988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4724052"/>
            <a:satOff val="-33681"/>
            <a:lumOff val="-305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4724052"/>
              <a:satOff val="-33681"/>
              <a:lumOff val="-30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8" tIns="165100" rIns="1545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Study threshold sensitivity in zero-set detector Grounding Dino</a:t>
          </a:r>
          <a:endParaRPr lang="en-US" sz="1800" kern="1200" dirty="0"/>
        </a:p>
      </dsp:txBody>
      <dsp:txXfrm>
        <a:off x="4356637" y="1555548"/>
        <a:ext cx="1959888" cy="2065022"/>
      </dsp:txXfrm>
    </dsp:sp>
    <dsp:sp modelId="{B0F43BC8-F810-4621-9C5D-4D61790A7B83}">
      <dsp:nvSpPr>
        <dsp:cNvPr id="0" name=""/>
        <dsp:cNvSpPr/>
      </dsp:nvSpPr>
      <dsp:spPr>
        <a:xfrm>
          <a:off x="6534291" y="558098"/>
          <a:ext cx="1959888" cy="72"/>
        </a:xfrm>
        <a:prstGeom prst="rect">
          <a:avLst/>
        </a:prstGeom>
        <a:solidFill>
          <a:schemeClr val="accent5">
            <a:tint val="40000"/>
            <a:alpha val="90000"/>
            <a:hueOff val="5314558"/>
            <a:satOff val="-37891"/>
            <a:lumOff val="-343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314558"/>
              <a:satOff val="-37891"/>
              <a:lumOff val="-3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D7BB0-0797-4B3B-AE6F-587DB19343BF}">
      <dsp:nvSpPr>
        <dsp:cNvPr id="0" name=""/>
        <dsp:cNvSpPr/>
      </dsp:nvSpPr>
      <dsp:spPr>
        <a:xfrm>
          <a:off x="8546443" y="484964"/>
          <a:ext cx="100172" cy="188149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5905064"/>
            <a:satOff val="-42101"/>
            <a:lumOff val="-381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905064"/>
              <a:satOff val="-42101"/>
              <a:lumOff val="-38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45018-F273-407F-A2A4-650D2BC5448C}">
      <dsp:nvSpPr>
        <dsp:cNvPr id="0" name=""/>
        <dsp:cNvSpPr/>
      </dsp:nvSpPr>
      <dsp:spPr>
        <a:xfrm>
          <a:off x="7074398" y="118297"/>
          <a:ext cx="879673" cy="879673"/>
        </a:xfrm>
        <a:prstGeom prst="ellipse">
          <a:avLst/>
        </a:prstGeom>
        <a:solidFill>
          <a:schemeClr val="accent5">
            <a:hueOff val="6758096"/>
            <a:satOff val="-16904"/>
            <a:lumOff val="-18382"/>
            <a:alphaOff val="0"/>
          </a:schemeClr>
        </a:solidFill>
        <a:ln w="12700" cap="flat" cmpd="sng" algn="ctr">
          <a:solidFill>
            <a:schemeClr val="accent5">
              <a:hueOff val="6758096"/>
              <a:satOff val="-16904"/>
              <a:lumOff val="-183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6" tIns="34136" rIns="34136" bIns="34136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203223" y="247122"/>
        <a:ext cx="622023" cy="622023"/>
      </dsp:txXfrm>
    </dsp:sp>
    <dsp:sp modelId="{144A174B-3525-4F9D-BCDA-7E2D6752EE2A}">
      <dsp:nvSpPr>
        <dsp:cNvPr id="0" name=""/>
        <dsp:cNvSpPr/>
      </dsp:nvSpPr>
      <dsp:spPr>
        <a:xfrm>
          <a:off x="6534291" y="1163570"/>
          <a:ext cx="195988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6495571"/>
            <a:satOff val="-46312"/>
            <a:lumOff val="-419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6495571"/>
              <a:satOff val="-46312"/>
              <a:lumOff val="-41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8" tIns="165100" rIns="1545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Explore spatial and temporal enhancement (windowing, SAM2).</a:t>
          </a:r>
          <a:endParaRPr lang="en-US" sz="1800" kern="1200" dirty="0"/>
        </a:p>
      </dsp:txBody>
      <dsp:txXfrm>
        <a:off x="6534291" y="1555548"/>
        <a:ext cx="1959888" cy="2065022"/>
      </dsp:txXfrm>
    </dsp:sp>
    <dsp:sp modelId="{AD84A59E-E7E8-4AED-AF51-95B6418D4F07}">
      <dsp:nvSpPr>
        <dsp:cNvPr id="0" name=""/>
        <dsp:cNvSpPr/>
      </dsp:nvSpPr>
      <dsp:spPr>
        <a:xfrm>
          <a:off x="8711945" y="558097"/>
          <a:ext cx="979944" cy="72"/>
        </a:xfrm>
        <a:prstGeom prst="rect">
          <a:avLst/>
        </a:prstGeom>
        <a:solidFill>
          <a:schemeClr val="accent5">
            <a:tint val="40000"/>
            <a:alpha val="90000"/>
            <a:hueOff val="7086077"/>
            <a:satOff val="-50522"/>
            <a:lumOff val="-457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7086077"/>
              <a:satOff val="-50522"/>
              <a:lumOff val="-45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2EA5D-6D55-4FCB-8925-1F33694977D8}">
      <dsp:nvSpPr>
        <dsp:cNvPr id="0" name=""/>
        <dsp:cNvSpPr/>
      </dsp:nvSpPr>
      <dsp:spPr>
        <a:xfrm>
          <a:off x="9252052" y="118297"/>
          <a:ext cx="879673" cy="879673"/>
        </a:xfrm>
        <a:prstGeom prst="ellipse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accent5">
              <a:hueOff val="9010794"/>
              <a:satOff val="-22539"/>
              <a:lumOff val="-24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6" tIns="34136" rIns="34136" bIns="34136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380877" y="247122"/>
        <a:ext cx="622023" cy="622023"/>
      </dsp:txXfrm>
    </dsp:sp>
    <dsp:sp modelId="{83725A9A-7CF2-49AF-A682-09AE7E3649C0}">
      <dsp:nvSpPr>
        <dsp:cNvPr id="0" name=""/>
        <dsp:cNvSpPr/>
      </dsp:nvSpPr>
      <dsp:spPr>
        <a:xfrm>
          <a:off x="8711945" y="1163570"/>
          <a:ext cx="195988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8267090"/>
            <a:satOff val="-58942"/>
            <a:lumOff val="-533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267090"/>
              <a:satOff val="-58942"/>
              <a:lumOff val="-53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98" tIns="165100" rIns="1545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Assess prompt sensitivity of zero-set detectors/VLMs</a:t>
          </a:r>
          <a:endParaRPr lang="en-US" sz="1800" kern="1200" dirty="0"/>
        </a:p>
      </dsp:txBody>
      <dsp:txXfrm>
        <a:off x="8711945" y="1555548"/>
        <a:ext cx="1959888" cy="20650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95B9E-9151-4C76-9480-BC4D27E66373}">
      <dsp:nvSpPr>
        <dsp:cNvPr id="0" name=""/>
        <dsp:cNvSpPr/>
      </dsp:nvSpPr>
      <dsp:spPr>
        <a:xfrm>
          <a:off x="0" y="28163"/>
          <a:ext cx="6479357" cy="934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Obj. 1: Successfully designed, developed and evaluated, a </a:t>
          </a:r>
          <a:r>
            <a:rPr lang="en-GB" sz="1700" b="0" kern="1200" dirty="0"/>
            <a:t>multi-layer, unsupervised pseudo-labelling framework</a:t>
          </a:r>
          <a:r>
            <a:rPr lang="en-GB" sz="1700" kern="1200" dirty="0"/>
            <a:t> for aerial object detection.</a:t>
          </a:r>
          <a:endParaRPr lang="en-US" sz="1700" kern="1200" dirty="0"/>
        </a:p>
      </dsp:txBody>
      <dsp:txXfrm>
        <a:off x="45635" y="73798"/>
        <a:ext cx="6388087" cy="843560"/>
      </dsp:txXfrm>
    </dsp:sp>
    <dsp:sp modelId="{4FA5339E-6928-4FE3-BBFE-FEA216E0FBF4}">
      <dsp:nvSpPr>
        <dsp:cNvPr id="0" name=""/>
        <dsp:cNvSpPr/>
      </dsp:nvSpPr>
      <dsp:spPr>
        <a:xfrm>
          <a:off x="0" y="1011953"/>
          <a:ext cx="6479357" cy="934830"/>
        </a:xfrm>
        <a:prstGeom prst="roundRect">
          <a:avLst/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Obj. 2: </a:t>
          </a:r>
          <a:r>
            <a:rPr lang="en-GB" sz="1700" kern="1200" dirty="0"/>
            <a:t>Gemma3 detects more but is noisier and 1.8x slower; Paligemma2 is cleaner but misses some targets.</a:t>
          </a:r>
          <a:endParaRPr lang="en-US" sz="1700" kern="1200" dirty="0"/>
        </a:p>
      </dsp:txBody>
      <dsp:txXfrm>
        <a:off x="45635" y="1057588"/>
        <a:ext cx="6388087" cy="843560"/>
      </dsp:txXfrm>
    </dsp:sp>
    <dsp:sp modelId="{A703952A-0DF3-44B5-8C5F-A9CE9824CD43}">
      <dsp:nvSpPr>
        <dsp:cNvPr id="0" name=""/>
        <dsp:cNvSpPr/>
      </dsp:nvSpPr>
      <dsp:spPr>
        <a:xfrm>
          <a:off x="0" y="1995743"/>
          <a:ext cx="6479357" cy="934830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Obj. 3: </a:t>
          </a:r>
          <a:r>
            <a:rPr lang="en-GB" sz="1700" kern="1200" dirty="0"/>
            <a:t>Lower box threshold improved recall but increased noise and compute. Text threshold had negligible impact.</a:t>
          </a:r>
          <a:endParaRPr lang="en-US" sz="1700" kern="1200" dirty="0"/>
        </a:p>
      </dsp:txBody>
      <dsp:txXfrm>
        <a:off x="45635" y="2041378"/>
        <a:ext cx="6388087" cy="843560"/>
      </dsp:txXfrm>
    </dsp:sp>
    <dsp:sp modelId="{2653E13E-9ABC-4899-8C2D-B9EDFB20A081}">
      <dsp:nvSpPr>
        <dsp:cNvPr id="0" name=""/>
        <dsp:cNvSpPr/>
      </dsp:nvSpPr>
      <dsp:spPr>
        <a:xfrm>
          <a:off x="0" y="2979534"/>
          <a:ext cx="6479357" cy="934830"/>
        </a:xfrm>
        <a:prstGeom prst="roundRect">
          <a:avLst/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Obj. 4: </a:t>
          </a:r>
          <a:r>
            <a:rPr lang="en-GB" sz="1700" kern="1200" dirty="0"/>
            <a:t>Windowing improved detection of small objects. SAM2 video tracking enhanced temporal consistency, particularly when only high-confidence detections were propagated.</a:t>
          </a:r>
          <a:endParaRPr lang="en-US" sz="1700" kern="1200" dirty="0"/>
        </a:p>
      </dsp:txBody>
      <dsp:txXfrm>
        <a:off x="45635" y="3025169"/>
        <a:ext cx="6388087" cy="843560"/>
      </dsp:txXfrm>
    </dsp:sp>
    <dsp:sp modelId="{C99C196A-E620-40BC-904C-A09A5D32D78C}">
      <dsp:nvSpPr>
        <dsp:cNvPr id="0" name=""/>
        <dsp:cNvSpPr/>
      </dsp:nvSpPr>
      <dsp:spPr>
        <a:xfrm>
          <a:off x="0" y="3963324"/>
          <a:ext cx="6479357" cy="93483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Obj. 5: </a:t>
          </a:r>
          <a:r>
            <a:rPr lang="en-GB" sz="1700" kern="1200" dirty="0"/>
            <a:t>Grounding DINO and Paligemma2 are both sensitive to prompt. Contextual and negative prompts yielded better results.</a:t>
          </a:r>
          <a:endParaRPr lang="en-US" sz="1700" kern="1200" dirty="0"/>
        </a:p>
      </dsp:txBody>
      <dsp:txXfrm>
        <a:off x="45635" y="4008959"/>
        <a:ext cx="6388087" cy="8435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02A82-42E8-4775-9077-99A104965F6D}">
      <dsp:nvSpPr>
        <dsp:cNvPr id="0" name=""/>
        <dsp:cNvSpPr/>
      </dsp:nvSpPr>
      <dsp:spPr>
        <a:xfrm>
          <a:off x="499225" y="-82755"/>
          <a:ext cx="396954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EE60A3E-C75A-4513-9FB7-6308BCFDFE45}">
      <dsp:nvSpPr>
        <dsp:cNvPr id="0" name=""/>
        <dsp:cNvSpPr/>
      </dsp:nvSpPr>
      <dsp:spPr>
        <a:xfrm>
          <a:off x="919997" y="-116063"/>
          <a:ext cx="45649" cy="8565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590506"/>
            <a:satOff val="-4210"/>
            <a:lumOff val="-381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710C8E4-5EEB-4763-ABAD-C65A21D31853}">
      <dsp:nvSpPr>
        <dsp:cNvPr id="0" name=""/>
        <dsp:cNvSpPr/>
      </dsp:nvSpPr>
      <dsp:spPr>
        <a:xfrm>
          <a:off x="294231" y="-238093"/>
          <a:ext cx="310748" cy="3107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59" tIns="12059" rIns="12059" bIns="12059" numCol="1" spcCol="1270" anchor="ctr" anchorCtr="0">
          <a:noAutofit/>
          <a:sp3d extrusionH="28000" prstMaterial="matte"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  <a:endParaRPr lang="en-US" sz="1400" kern="1200" dirty="0"/>
        </a:p>
      </dsp:txBody>
      <dsp:txXfrm>
        <a:off x="339739" y="-192585"/>
        <a:ext cx="219732" cy="219732"/>
      </dsp:txXfrm>
    </dsp:sp>
    <dsp:sp modelId="{65C1182E-DD04-486A-ACE7-41BE945DA3FE}">
      <dsp:nvSpPr>
        <dsp:cNvPr id="0" name=""/>
        <dsp:cNvSpPr/>
      </dsp:nvSpPr>
      <dsp:spPr>
        <a:xfrm>
          <a:off x="3031" y="238172"/>
          <a:ext cx="893148" cy="1440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181013"/>
            <a:satOff val="-8420"/>
            <a:lumOff val="-763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453" tIns="165100" rIns="70453" bIns="165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Implement unsupervised pseudo-labelling framework</a:t>
          </a:r>
          <a:endParaRPr lang="en-US" sz="1000" b="1" kern="1200" dirty="0"/>
        </a:p>
      </dsp:txBody>
      <dsp:txXfrm>
        <a:off x="3031" y="416802"/>
        <a:ext cx="893148" cy="1261370"/>
      </dsp:txXfrm>
    </dsp:sp>
    <dsp:sp modelId="{F928940D-BCD7-4296-9189-ACB49775F002}">
      <dsp:nvSpPr>
        <dsp:cNvPr id="0" name=""/>
        <dsp:cNvSpPr/>
      </dsp:nvSpPr>
      <dsp:spPr>
        <a:xfrm>
          <a:off x="995418" y="-82807"/>
          <a:ext cx="893148" cy="71"/>
        </a:xfrm>
        <a:prstGeom prst="rect">
          <a:avLst/>
        </a:prstGeom>
        <a:solidFill>
          <a:schemeClr val="accent5">
            <a:tint val="40000"/>
            <a:alpha val="90000"/>
            <a:hueOff val="1771519"/>
            <a:satOff val="-12630"/>
            <a:lumOff val="-1144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DDAEE0-14E3-43EC-98BE-1E1638564588}">
      <dsp:nvSpPr>
        <dsp:cNvPr id="0" name=""/>
        <dsp:cNvSpPr/>
      </dsp:nvSpPr>
      <dsp:spPr>
        <a:xfrm>
          <a:off x="1912384" y="-116116"/>
          <a:ext cx="45649" cy="85713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2362026"/>
            <a:satOff val="-16841"/>
            <a:lumOff val="-1525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536920-64F4-4135-993E-D19A6BB60FBB}">
      <dsp:nvSpPr>
        <dsp:cNvPr id="0" name=""/>
        <dsp:cNvSpPr/>
      </dsp:nvSpPr>
      <dsp:spPr>
        <a:xfrm>
          <a:off x="1286619" y="-238146"/>
          <a:ext cx="310748" cy="310748"/>
        </a:xfrm>
        <a:prstGeom prst="ellipse">
          <a:avLst/>
        </a:prstGeom>
        <a:solidFill>
          <a:schemeClr val="accent5">
            <a:hueOff val="2252699"/>
            <a:satOff val="-5635"/>
            <a:lumOff val="-6127"/>
            <a:alphaOff val="0"/>
          </a:schemeClr>
        </a:solidFill>
        <a:ln w="6350" cap="flat" cmpd="sng" algn="ctr">
          <a:solidFill>
            <a:schemeClr val="accent5">
              <a:hueOff val="2252699"/>
              <a:satOff val="-5635"/>
              <a:lumOff val="-6127"/>
              <a:alphaOff val="0"/>
            </a:schemeClr>
          </a:solidFill>
          <a:prstDash val="solid"/>
          <a:miter lim="800000"/>
        </a:ln>
        <a:effectLst/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59" tIns="12059" rIns="12059" bIns="12059" numCol="1" spcCol="1270" anchor="ctr" anchorCtr="0">
          <a:noAutofit/>
          <a:sp3d extrusionH="28000" prstMaterial="matte"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</a:p>
      </dsp:txBody>
      <dsp:txXfrm>
        <a:off x="1332127" y="-192638"/>
        <a:ext cx="219732" cy="219732"/>
      </dsp:txXfrm>
    </dsp:sp>
    <dsp:sp modelId="{5226B78A-B4F1-4432-BC89-699B08CE7027}">
      <dsp:nvSpPr>
        <dsp:cNvPr id="0" name=""/>
        <dsp:cNvSpPr/>
      </dsp:nvSpPr>
      <dsp:spPr>
        <a:xfrm>
          <a:off x="995418" y="238172"/>
          <a:ext cx="893148" cy="1440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2952532"/>
            <a:satOff val="-21051"/>
            <a:lumOff val="-1907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453" tIns="165100" rIns="70453" bIns="165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Investigate the role of VLMs in noise filtration</a:t>
          </a:r>
          <a:endParaRPr lang="en-US" sz="1000" b="1" kern="1200" dirty="0"/>
        </a:p>
      </dsp:txBody>
      <dsp:txXfrm>
        <a:off x="995418" y="416802"/>
        <a:ext cx="893148" cy="1261370"/>
      </dsp:txXfrm>
    </dsp:sp>
    <dsp:sp modelId="{CA9E8419-BDB5-4701-91BB-CE2E7ECDC976}">
      <dsp:nvSpPr>
        <dsp:cNvPr id="0" name=""/>
        <dsp:cNvSpPr/>
      </dsp:nvSpPr>
      <dsp:spPr>
        <a:xfrm>
          <a:off x="1987806" y="-82826"/>
          <a:ext cx="893148" cy="71"/>
        </a:xfrm>
        <a:prstGeom prst="rect">
          <a:avLst/>
        </a:prstGeom>
        <a:solidFill>
          <a:schemeClr val="accent5">
            <a:tint val="40000"/>
            <a:alpha val="90000"/>
            <a:hueOff val="3543039"/>
            <a:satOff val="-25261"/>
            <a:lumOff val="-2288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08020E8-FB2D-49EF-985C-49ECCF7EB946}">
      <dsp:nvSpPr>
        <dsp:cNvPr id="0" name=""/>
        <dsp:cNvSpPr/>
      </dsp:nvSpPr>
      <dsp:spPr>
        <a:xfrm>
          <a:off x="2904772" y="-116134"/>
          <a:ext cx="45649" cy="85732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4133545"/>
            <a:satOff val="-29471"/>
            <a:lumOff val="-2669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EAF07B-2E75-47A8-A538-A41D29006DE9}">
      <dsp:nvSpPr>
        <dsp:cNvPr id="0" name=""/>
        <dsp:cNvSpPr/>
      </dsp:nvSpPr>
      <dsp:spPr>
        <a:xfrm>
          <a:off x="2279006" y="-238164"/>
          <a:ext cx="310748" cy="310748"/>
        </a:xfrm>
        <a:prstGeom prst="ellipse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6350" cap="flat" cmpd="sng" algn="ctr">
          <a:solidFill>
            <a:schemeClr val="accent5">
              <a:hueOff val="4505397"/>
              <a:satOff val="-11270"/>
              <a:lumOff val="-12255"/>
              <a:alphaOff val="0"/>
            </a:schemeClr>
          </a:solidFill>
          <a:prstDash val="solid"/>
          <a:miter lim="800000"/>
        </a:ln>
        <a:effectLst/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59" tIns="12059" rIns="12059" bIns="12059" numCol="1" spcCol="1270" anchor="ctr" anchorCtr="0">
          <a:noAutofit/>
          <a:sp3d extrusionH="28000" prstMaterial="matte"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</a:p>
      </dsp:txBody>
      <dsp:txXfrm>
        <a:off x="2324514" y="-192656"/>
        <a:ext cx="219732" cy="219732"/>
      </dsp:txXfrm>
    </dsp:sp>
    <dsp:sp modelId="{B8DB3DCA-8A67-42A9-836E-E3ABB2FA58C5}">
      <dsp:nvSpPr>
        <dsp:cNvPr id="0" name=""/>
        <dsp:cNvSpPr/>
      </dsp:nvSpPr>
      <dsp:spPr>
        <a:xfrm>
          <a:off x="1987806" y="238172"/>
          <a:ext cx="893148" cy="1440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4724052"/>
            <a:satOff val="-33681"/>
            <a:lumOff val="-3051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453" tIns="165100" rIns="70453" bIns="165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Study threshold sensitivity in Grounding Dino</a:t>
          </a:r>
          <a:endParaRPr lang="en-US" sz="1000" b="1" kern="1200" dirty="0"/>
        </a:p>
      </dsp:txBody>
      <dsp:txXfrm>
        <a:off x="1987806" y="416802"/>
        <a:ext cx="893148" cy="1261370"/>
      </dsp:txXfrm>
    </dsp:sp>
    <dsp:sp modelId="{B0F43BC8-F810-4621-9C5D-4D61790A7B83}">
      <dsp:nvSpPr>
        <dsp:cNvPr id="0" name=""/>
        <dsp:cNvSpPr/>
      </dsp:nvSpPr>
      <dsp:spPr>
        <a:xfrm>
          <a:off x="2980193" y="-82832"/>
          <a:ext cx="893148" cy="71"/>
        </a:xfrm>
        <a:prstGeom prst="rect">
          <a:avLst/>
        </a:prstGeom>
        <a:solidFill>
          <a:schemeClr val="accent5">
            <a:tint val="40000"/>
            <a:alpha val="90000"/>
            <a:hueOff val="5314558"/>
            <a:satOff val="-37891"/>
            <a:lumOff val="-3432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2CD7BB0-0797-4B3B-AE6F-587DB19343BF}">
      <dsp:nvSpPr>
        <dsp:cNvPr id="0" name=""/>
        <dsp:cNvSpPr/>
      </dsp:nvSpPr>
      <dsp:spPr>
        <a:xfrm>
          <a:off x="3897159" y="-116140"/>
          <a:ext cx="45649" cy="8573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5905064"/>
            <a:satOff val="-42101"/>
            <a:lumOff val="-3814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045018-F273-407F-A2A4-650D2BC5448C}">
      <dsp:nvSpPr>
        <dsp:cNvPr id="0" name=""/>
        <dsp:cNvSpPr/>
      </dsp:nvSpPr>
      <dsp:spPr>
        <a:xfrm>
          <a:off x="3271393" y="-238170"/>
          <a:ext cx="310748" cy="310748"/>
        </a:xfrm>
        <a:prstGeom prst="ellipse">
          <a:avLst/>
        </a:prstGeom>
        <a:solidFill>
          <a:schemeClr val="accent5">
            <a:hueOff val="6758096"/>
            <a:satOff val="-16904"/>
            <a:lumOff val="-18382"/>
            <a:alphaOff val="0"/>
          </a:schemeClr>
        </a:solidFill>
        <a:ln w="6350" cap="flat" cmpd="sng" algn="ctr">
          <a:solidFill>
            <a:schemeClr val="accent5">
              <a:hueOff val="6758096"/>
              <a:satOff val="-16904"/>
              <a:lumOff val="-18382"/>
              <a:alphaOff val="0"/>
            </a:schemeClr>
          </a:solidFill>
          <a:prstDash val="solid"/>
          <a:miter lim="800000"/>
        </a:ln>
        <a:effectLst/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59" tIns="12059" rIns="12059" bIns="12059" numCol="1" spcCol="1270" anchor="ctr" anchorCtr="0">
          <a:noAutofit/>
          <a:sp3d extrusionH="28000" prstMaterial="matte"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</a:t>
          </a:r>
        </a:p>
      </dsp:txBody>
      <dsp:txXfrm>
        <a:off x="3316901" y="-192662"/>
        <a:ext cx="219732" cy="219732"/>
      </dsp:txXfrm>
    </dsp:sp>
    <dsp:sp modelId="{144A174B-3525-4F9D-BCDA-7E2D6752EE2A}">
      <dsp:nvSpPr>
        <dsp:cNvPr id="0" name=""/>
        <dsp:cNvSpPr/>
      </dsp:nvSpPr>
      <dsp:spPr>
        <a:xfrm>
          <a:off x="2980193" y="238172"/>
          <a:ext cx="893148" cy="1440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6495571"/>
            <a:satOff val="-46312"/>
            <a:lumOff val="-4195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453" tIns="165100" rIns="70453" bIns="165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Explore spatial and temporal enhancement (windowing, SAM2)</a:t>
          </a:r>
          <a:endParaRPr lang="en-US" sz="1000" b="1" kern="1200" dirty="0"/>
        </a:p>
      </dsp:txBody>
      <dsp:txXfrm>
        <a:off x="2980193" y="416802"/>
        <a:ext cx="893148" cy="1261370"/>
      </dsp:txXfrm>
    </dsp:sp>
    <dsp:sp modelId="{AD84A59E-E7E8-4AED-AF51-95B6418D4F07}">
      <dsp:nvSpPr>
        <dsp:cNvPr id="0" name=""/>
        <dsp:cNvSpPr/>
      </dsp:nvSpPr>
      <dsp:spPr>
        <a:xfrm>
          <a:off x="3972581" y="-82834"/>
          <a:ext cx="446574" cy="71"/>
        </a:xfrm>
        <a:prstGeom prst="rect">
          <a:avLst/>
        </a:prstGeom>
        <a:solidFill>
          <a:schemeClr val="accent5">
            <a:tint val="40000"/>
            <a:alpha val="90000"/>
            <a:hueOff val="7086077"/>
            <a:satOff val="-50522"/>
            <a:lumOff val="-4576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B92EA5D-6D55-4FCB-8925-1F33694977D8}">
      <dsp:nvSpPr>
        <dsp:cNvPr id="0" name=""/>
        <dsp:cNvSpPr/>
      </dsp:nvSpPr>
      <dsp:spPr>
        <a:xfrm>
          <a:off x="4263781" y="-238172"/>
          <a:ext cx="310748" cy="310748"/>
        </a:xfrm>
        <a:prstGeom prst="ellipse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6350" cap="flat" cmpd="sng" algn="ctr">
          <a:solidFill>
            <a:schemeClr val="accent5">
              <a:hueOff val="9010794"/>
              <a:satOff val="-22539"/>
              <a:lumOff val="-24510"/>
              <a:alphaOff val="0"/>
            </a:schemeClr>
          </a:solidFill>
          <a:prstDash val="solid"/>
          <a:miter lim="800000"/>
        </a:ln>
        <a:effectLst/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59" tIns="12059" rIns="12059" bIns="12059" numCol="1" spcCol="1270" anchor="ctr" anchorCtr="0">
          <a:noAutofit/>
          <a:sp3d extrusionH="28000" prstMaterial="matte"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</a:t>
          </a:r>
          <a:endParaRPr lang="en-US" sz="1400" kern="1200" dirty="0"/>
        </a:p>
      </dsp:txBody>
      <dsp:txXfrm>
        <a:off x="4309289" y="-192664"/>
        <a:ext cx="219732" cy="219732"/>
      </dsp:txXfrm>
    </dsp:sp>
    <dsp:sp modelId="{83725A9A-7CF2-49AF-A682-09AE7E3649C0}">
      <dsp:nvSpPr>
        <dsp:cNvPr id="0" name=""/>
        <dsp:cNvSpPr/>
      </dsp:nvSpPr>
      <dsp:spPr>
        <a:xfrm>
          <a:off x="3972581" y="238172"/>
          <a:ext cx="893148" cy="1440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8267090"/>
            <a:satOff val="-58942"/>
            <a:lumOff val="-5339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453" tIns="165100" rIns="70453" bIns="165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Assess prompt sensitivity of zero-set detectors/VLMs</a:t>
          </a:r>
          <a:endParaRPr lang="en-US" sz="1000" b="1" kern="1200" dirty="0"/>
        </a:p>
      </dsp:txBody>
      <dsp:txXfrm>
        <a:off x="3972581" y="416802"/>
        <a:ext cx="893148" cy="12613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740A4-C6EE-4CC2-8425-95A517B74C87}">
      <dsp:nvSpPr>
        <dsp:cNvPr id="0" name=""/>
        <dsp:cNvSpPr/>
      </dsp:nvSpPr>
      <dsp:spPr>
        <a:xfrm>
          <a:off x="3190" y="97528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Improve Base Detection</a:t>
          </a:r>
          <a:r>
            <a:rPr lang="en-GB" sz="1500" kern="1200" dirty="0"/>
            <a:t>: </a:t>
          </a:r>
          <a:r>
            <a:rPr lang="en-GB" sz="1500" b="0" kern="1200" dirty="0"/>
            <a:t>Test new prompts for Grounding DINO.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Explore other zero-shot detectors like OWL-</a:t>
          </a:r>
          <a:r>
            <a:rPr lang="en-GB" sz="1500" b="0" kern="1200" dirty="0" err="1"/>
            <a:t>ViT</a:t>
          </a:r>
          <a:r>
            <a:rPr lang="en-GB" sz="1500" b="0" kern="1200" dirty="0"/>
            <a:t> or GLIP.</a:t>
          </a:r>
          <a:endParaRPr lang="en-US" sz="1500" b="0" kern="1200" dirty="0"/>
        </a:p>
      </dsp:txBody>
      <dsp:txXfrm>
        <a:off x="3190" y="1444174"/>
        <a:ext cx="2531290" cy="2126283"/>
      </dsp:txXfrm>
    </dsp:sp>
    <dsp:sp modelId="{1417676B-EB71-4738-9729-5344C829C34C}">
      <dsp:nvSpPr>
        <dsp:cNvPr id="0" name=""/>
        <dsp:cNvSpPr/>
      </dsp:nvSpPr>
      <dsp:spPr>
        <a:xfrm>
          <a:off x="737264" y="451909"/>
          <a:ext cx="1063141" cy="1063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2957" y="607602"/>
        <a:ext cx="751755" cy="751755"/>
      </dsp:txXfrm>
    </dsp:sp>
    <dsp:sp modelId="{AB96DBA8-5CB4-4872-8864-55D6868EA442}">
      <dsp:nvSpPr>
        <dsp:cNvPr id="0" name=""/>
        <dsp:cNvSpPr/>
      </dsp:nvSpPr>
      <dsp:spPr>
        <a:xfrm>
          <a:off x="3190" y="3641262"/>
          <a:ext cx="2531290" cy="72"/>
        </a:xfrm>
        <a:prstGeom prst="rect">
          <a:avLst/>
        </a:prstGeom>
        <a:solidFill>
          <a:schemeClr val="accent2">
            <a:hueOff val="1010300"/>
            <a:satOff val="-3805"/>
            <a:lumOff val="3193"/>
            <a:alphaOff val="0"/>
          </a:schemeClr>
        </a:solidFill>
        <a:ln w="12700" cap="flat" cmpd="sng" algn="ctr">
          <a:solidFill>
            <a:schemeClr val="accent2">
              <a:hueOff val="1010300"/>
              <a:satOff val="-3805"/>
              <a:lumOff val="31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CD317-4842-4F46-AE18-C0585288A063}">
      <dsp:nvSpPr>
        <dsp:cNvPr id="0" name=""/>
        <dsp:cNvSpPr/>
      </dsp:nvSpPr>
      <dsp:spPr>
        <a:xfrm>
          <a:off x="2787609" y="97528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71626"/>
              <a:satOff val="-2469"/>
              <a:lumOff val="1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Scale to Larger Datasets</a:t>
          </a:r>
          <a:r>
            <a:rPr lang="en-GB" sz="1500" kern="1200" dirty="0"/>
            <a:t>: </a:t>
          </a:r>
          <a:r>
            <a:rPr lang="en-GB" sz="1500" b="0" kern="1200" dirty="0"/>
            <a:t>Test on diverse datasets (e.g., DOTA) with varied scenes and object categories to assess generalization.</a:t>
          </a:r>
          <a:endParaRPr lang="en-US" sz="1500" b="0" kern="1200" dirty="0"/>
        </a:p>
      </dsp:txBody>
      <dsp:txXfrm>
        <a:off x="2787609" y="1444174"/>
        <a:ext cx="2531290" cy="2126283"/>
      </dsp:txXfrm>
    </dsp:sp>
    <dsp:sp modelId="{94B088A9-C4BE-4530-A667-6ADAC41578C6}">
      <dsp:nvSpPr>
        <dsp:cNvPr id="0" name=""/>
        <dsp:cNvSpPr/>
      </dsp:nvSpPr>
      <dsp:spPr>
        <a:xfrm>
          <a:off x="3521683" y="451909"/>
          <a:ext cx="1063141" cy="1063141"/>
        </a:xfrm>
        <a:prstGeom prst="ellipse">
          <a:avLst/>
        </a:prstGeom>
        <a:solidFill>
          <a:schemeClr val="accent2">
            <a:hueOff val="2020599"/>
            <a:satOff val="-7611"/>
            <a:lumOff val="6387"/>
            <a:alphaOff val="0"/>
          </a:schemeClr>
        </a:solidFill>
        <a:ln w="12700" cap="flat" cmpd="sng" algn="ctr">
          <a:solidFill>
            <a:schemeClr val="accent2">
              <a:hueOff val="2020599"/>
              <a:satOff val="-7611"/>
              <a:lumOff val="63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77376" y="607602"/>
        <a:ext cx="751755" cy="751755"/>
      </dsp:txXfrm>
    </dsp:sp>
    <dsp:sp modelId="{70C65904-739E-4060-ADD2-38EABB296576}">
      <dsp:nvSpPr>
        <dsp:cNvPr id="0" name=""/>
        <dsp:cNvSpPr/>
      </dsp:nvSpPr>
      <dsp:spPr>
        <a:xfrm>
          <a:off x="2787609" y="3641262"/>
          <a:ext cx="2531290" cy="72"/>
        </a:xfrm>
        <a:prstGeom prst="rect">
          <a:avLst/>
        </a:prstGeom>
        <a:solidFill>
          <a:schemeClr val="accent2">
            <a:hueOff val="3030899"/>
            <a:satOff val="-11416"/>
            <a:lumOff val="9580"/>
            <a:alphaOff val="0"/>
          </a:schemeClr>
        </a:solidFill>
        <a:ln w="12700" cap="flat" cmpd="sng" algn="ctr">
          <a:solidFill>
            <a:schemeClr val="accent2">
              <a:hueOff val="3030899"/>
              <a:satOff val="-11416"/>
              <a:lumOff val="9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809B6-A724-4139-853A-DAD49E9F9C5A}">
      <dsp:nvSpPr>
        <dsp:cNvPr id="0" name=""/>
        <dsp:cNvSpPr/>
      </dsp:nvSpPr>
      <dsp:spPr>
        <a:xfrm>
          <a:off x="5610302" y="82077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43252"/>
              <a:satOff val="-4937"/>
              <a:lumOff val="22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Leverage Newer VLMs</a:t>
          </a:r>
          <a:r>
            <a:rPr lang="en-GB" sz="1500" kern="1200" dirty="0"/>
            <a:t>: </a:t>
          </a:r>
          <a:r>
            <a:rPr lang="en-GB" sz="1500" b="0" kern="1200" dirty="0"/>
            <a:t>Try advanced models like CLIP or </a:t>
          </a:r>
          <a:r>
            <a:rPr lang="en-GB" sz="1500" b="0" kern="1200" dirty="0" err="1"/>
            <a:t>LLaVA</a:t>
          </a:r>
          <a:r>
            <a:rPr lang="en-GB" sz="1500" b="0" kern="1200" dirty="0"/>
            <a:t> for better semantic filtering.</a:t>
          </a:r>
          <a:endParaRPr lang="en-US" sz="1500" b="0" kern="1200" dirty="0"/>
        </a:p>
      </dsp:txBody>
      <dsp:txXfrm>
        <a:off x="5610302" y="1428723"/>
        <a:ext cx="2531290" cy="2126283"/>
      </dsp:txXfrm>
    </dsp:sp>
    <dsp:sp modelId="{44383FAA-4CA1-469C-9CF0-487130712611}">
      <dsp:nvSpPr>
        <dsp:cNvPr id="0" name=""/>
        <dsp:cNvSpPr/>
      </dsp:nvSpPr>
      <dsp:spPr>
        <a:xfrm>
          <a:off x="6306103" y="451909"/>
          <a:ext cx="1063141" cy="1063141"/>
        </a:xfrm>
        <a:prstGeom prst="ellipse">
          <a:avLst/>
        </a:prstGeom>
        <a:solidFill>
          <a:schemeClr val="accent2">
            <a:hueOff val="4041199"/>
            <a:satOff val="-15222"/>
            <a:lumOff val="12773"/>
            <a:alphaOff val="0"/>
          </a:schemeClr>
        </a:solidFill>
        <a:ln w="12700" cap="flat" cmpd="sng" algn="ctr">
          <a:solidFill>
            <a:schemeClr val="accent2">
              <a:hueOff val="4041199"/>
              <a:satOff val="-15222"/>
              <a:lumOff val="12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61796" y="607602"/>
        <a:ext cx="751755" cy="751755"/>
      </dsp:txXfrm>
    </dsp:sp>
    <dsp:sp modelId="{25817E51-5411-4E23-8EB1-FA6FB33DDE44}">
      <dsp:nvSpPr>
        <dsp:cNvPr id="0" name=""/>
        <dsp:cNvSpPr/>
      </dsp:nvSpPr>
      <dsp:spPr>
        <a:xfrm>
          <a:off x="5572029" y="3641262"/>
          <a:ext cx="2531290" cy="72"/>
        </a:xfrm>
        <a:prstGeom prst="rect">
          <a:avLst/>
        </a:prstGeom>
        <a:solidFill>
          <a:schemeClr val="accent2">
            <a:hueOff val="5051498"/>
            <a:satOff val="-19027"/>
            <a:lumOff val="15966"/>
            <a:alphaOff val="0"/>
          </a:schemeClr>
        </a:solidFill>
        <a:ln w="12700" cap="flat" cmpd="sng" algn="ctr">
          <a:solidFill>
            <a:schemeClr val="accent2">
              <a:hueOff val="5051498"/>
              <a:satOff val="-19027"/>
              <a:lumOff val="159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F7B0-2935-488D-9546-FD88046C9D53}">
      <dsp:nvSpPr>
        <dsp:cNvPr id="0" name=""/>
        <dsp:cNvSpPr/>
      </dsp:nvSpPr>
      <dsp:spPr>
        <a:xfrm>
          <a:off x="8356448" y="97528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Modular Pipeline Extensions</a:t>
          </a:r>
          <a:r>
            <a:rPr lang="en-GB" sz="1500" kern="1200" dirty="0"/>
            <a:t>: </a:t>
          </a:r>
          <a:r>
            <a:rPr lang="en-GB" sz="1500" b="0" kern="1200" dirty="0"/>
            <a:t>Enable configurable detectors, filters.</a:t>
          </a:r>
          <a:endParaRPr lang="en-US" sz="1500" b="0" kern="1200" dirty="0"/>
        </a:p>
      </dsp:txBody>
      <dsp:txXfrm>
        <a:off x="8356448" y="1444174"/>
        <a:ext cx="2531290" cy="2126283"/>
      </dsp:txXfrm>
    </dsp:sp>
    <dsp:sp modelId="{397857C7-CC25-4ABC-9D5E-82D173DB46CA}">
      <dsp:nvSpPr>
        <dsp:cNvPr id="0" name=""/>
        <dsp:cNvSpPr/>
      </dsp:nvSpPr>
      <dsp:spPr>
        <a:xfrm>
          <a:off x="9090522" y="451909"/>
          <a:ext cx="1063141" cy="1063141"/>
        </a:xfrm>
        <a:prstGeom prst="ellipse">
          <a:avLst/>
        </a:prstGeom>
        <a:solidFill>
          <a:schemeClr val="accent2">
            <a:hueOff val="6061798"/>
            <a:satOff val="-22833"/>
            <a:lumOff val="19160"/>
            <a:alphaOff val="0"/>
          </a:schemeClr>
        </a:solidFill>
        <a:ln w="12700" cap="flat" cmpd="sng" algn="ctr">
          <a:solidFill>
            <a:schemeClr val="accent2">
              <a:hueOff val="6061798"/>
              <a:satOff val="-22833"/>
              <a:lumOff val="19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46215" y="607602"/>
        <a:ext cx="751755" cy="751755"/>
      </dsp:txXfrm>
    </dsp:sp>
    <dsp:sp modelId="{4659BFCE-01EE-4973-AEDE-6F8683686412}">
      <dsp:nvSpPr>
        <dsp:cNvPr id="0" name=""/>
        <dsp:cNvSpPr/>
      </dsp:nvSpPr>
      <dsp:spPr>
        <a:xfrm>
          <a:off x="8356448" y="3641262"/>
          <a:ext cx="2531290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BEF7D-CCC2-4534-8A48-2ADDBD96165D}" type="datetimeFigureOut">
              <a:rPr lang="en-SE" smtClean="0"/>
              <a:t>2025-06-28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4BBFD-CD29-4292-8DB0-DD43FA1E441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09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4BBFD-CD29-4292-8DB0-DD43FA1E4415}" type="slidenum">
              <a:rPr lang="en-SE" smtClean="0"/>
              <a:t>14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00708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1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0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4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1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25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5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8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679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92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martinaprojektet.se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s://nvd.ltu-ai.dev/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DA826-0CC6-45C8-B90F-CB99E02CF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DDA327-270B-43AF-BDBD-2EB50E83E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Boxes on conveyor belt&#10;&#10;AI-generated content may be incorrect.">
            <a:extLst>
              <a:ext uri="{FF2B5EF4-FFF2-40B4-BE49-F238E27FC236}">
                <a16:creationId xmlns:a16="http://schemas.microsoft.com/office/drawing/2014/main" id="{D3D76BA7-A1AE-643F-954D-B1CD4E13B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6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8DE6F3B-EBFA-B851-DDA1-5AE2C00B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420093"/>
            <a:ext cx="4761571" cy="1253490"/>
          </a:xfrm>
        </p:spPr>
        <p:txBody>
          <a:bodyPr anchor="t">
            <a:normAutofit fontScale="77500" lnSpcReduction="2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A multi-layer Framework Using open-vocabulary zero-shot detector, vision-language models and segmentation for data annotation</a:t>
            </a:r>
            <a:endParaRPr lang="en-SE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3B170-9BA7-A849-981D-DD9DA77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977256"/>
            <a:ext cx="4761571" cy="2981093"/>
          </a:xfrm>
        </p:spPr>
        <p:txBody>
          <a:bodyPr anchor="b">
            <a:normAutofit/>
          </a:bodyPr>
          <a:lstStyle/>
          <a:p>
            <a:r>
              <a:rPr lang="en-GB" sz="5000" dirty="0">
                <a:solidFill>
                  <a:srgbClr val="FFFFFF"/>
                </a:solidFill>
              </a:rPr>
              <a:t>Towards Robust </a:t>
            </a:r>
            <a:br>
              <a:rPr lang="en-GB" sz="5000" dirty="0">
                <a:solidFill>
                  <a:srgbClr val="FFFFFF"/>
                </a:solidFill>
              </a:rPr>
            </a:br>
            <a:r>
              <a:rPr lang="en-GB" sz="5000" dirty="0">
                <a:solidFill>
                  <a:srgbClr val="FFFFFF"/>
                </a:solidFill>
              </a:rPr>
              <a:t>Unsupervised Object Detection</a:t>
            </a:r>
            <a:endParaRPr lang="en-SE" sz="5000" dirty="0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D402431-6F3F-E202-CE32-4E06C982FF91}"/>
              </a:ext>
            </a:extLst>
          </p:cNvPr>
          <p:cNvSpPr txBox="1">
            <a:spLocks/>
          </p:cNvSpPr>
          <p:nvPr/>
        </p:nvSpPr>
        <p:spPr>
          <a:xfrm>
            <a:off x="6390969" y="3529776"/>
            <a:ext cx="5781370" cy="26743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</a:rPr>
              <a:t>Master Thesis</a:t>
            </a:r>
          </a:p>
          <a:p>
            <a:r>
              <a:rPr lang="en-GB" dirty="0">
                <a:solidFill>
                  <a:srgbClr val="FFFFFF"/>
                </a:solidFill>
              </a:rPr>
              <a:t>Student: Devashish </a:t>
            </a:r>
            <a:r>
              <a:rPr lang="en-GB" dirty="0" err="1">
                <a:solidFill>
                  <a:srgbClr val="FFFFFF"/>
                </a:solidFill>
              </a:rPr>
              <a:t>singha</a:t>
            </a:r>
            <a:r>
              <a:rPr lang="en-GB" dirty="0">
                <a:solidFill>
                  <a:srgbClr val="FFFFFF"/>
                </a:solidFill>
              </a:rPr>
              <a:t> Roy</a:t>
            </a:r>
          </a:p>
          <a:p>
            <a:r>
              <a:rPr lang="en-GB" dirty="0">
                <a:solidFill>
                  <a:srgbClr val="FFFFFF"/>
                </a:solidFill>
              </a:rPr>
              <a:t>Supervisor: </a:t>
            </a:r>
            <a:r>
              <a:rPr lang="en-GB" dirty="0" err="1">
                <a:solidFill>
                  <a:srgbClr val="FFFFFF"/>
                </a:solidFill>
              </a:rPr>
              <a:t>homam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mokayed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Date: 2025-06-04</a:t>
            </a:r>
          </a:p>
          <a:p>
            <a:r>
              <a:rPr lang="en-GB" dirty="0" err="1">
                <a:solidFill>
                  <a:srgbClr val="FFFFFF"/>
                </a:solidFill>
              </a:rPr>
              <a:t>LuleÅ</a:t>
            </a:r>
            <a:r>
              <a:rPr lang="en-GB" dirty="0">
                <a:solidFill>
                  <a:srgbClr val="FFFFFF"/>
                </a:solidFill>
              </a:rPr>
              <a:t> university of technology</a:t>
            </a:r>
          </a:p>
          <a:p>
            <a:endParaRPr lang="en-S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556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A4B3-E606-C371-FF6A-557F2D13D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D1D1D"/>
                </a:solidFill>
                <a:effectLst/>
                <a:latin typeface="helvetica neue lt pro"/>
              </a:rPr>
              <a:t>Project MARTINA</a:t>
            </a:r>
            <a:endParaRPr lang="en-SE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F1A1847-83F6-B0C0-DBE3-51F920226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534137"/>
              </p:ext>
            </p:extLst>
          </p:nvPr>
        </p:nvGraphicFramePr>
        <p:xfrm>
          <a:off x="4957430" y="1371600"/>
          <a:ext cx="6594490" cy="3561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E8DBC-9F03-B0BA-84C7-F40BA6C61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077429"/>
            <a:ext cx="3859397" cy="3939913"/>
          </a:xfrm>
        </p:spPr>
        <p:txBody>
          <a:bodyPr>
            <a:normAutofit/>
          </a:bodyPr>
          <a:lstStyle/>
          <a:p>
            <a:r>
              <a:rPr lang="en-GB" sz="2400" b="0" i="1" dirty="0">
                <a:solidFill>
                  <a:srgbClr val="1D1D1D"/>
                </a:solidFill>
                <a:effectLst/>
                <a:latin typeface="helvetica neue lt pro"/>
              </a:rPr>
              <a:t>Multiple </a:t>
            </a:r>
            <a:r>
              <a:rPr lang="en-GB" sz="2400" b="0" i="1" dirty="0" err="1">
                <a:solidFill>
                  <a:srgbClr val="1D1D1D"/>
                </a:solidFill>
                <a:effectLst/>
                <a:latin typeface="helvetica neue lt pro"/>
              </a:rPr>
              <a:t>ARTificial</a:t>
            </a:r>
            <a:r>
              <a:rPr lang="en-GB" sz="2400" b="0" i="1" dirty="0">
                <a:solidFill>
                  <a:srgbClr val="1D1D1D"/>
                </a:solidFill>
                <a:effectLst/>
                <a:latin typeface="helvetica neue lt pro"/>
              </a:rPr>
              <a:t> intelligence </a:t>
            </a:r>
            <a:r>
              <a:rPr lang="en-GB" sz="2400" b="0" i="1" dirty="0" err="1">
                <a:solidFill>
                  <a:srgbClr val="1D1D1D"/>
                </a:solidFill>
                <a:effectLst/>
                <a:latin typeface="helvetica neue lt pro"/>
              </a:rPr>
              <a:t>INnovations</a:t>
            </a:r>
            <a:r>
              <a:rPr lang="en-GB" sz="2400" b="0" i="1" dirty="0">
                <a:solidFill>
                  <a:srgbClr val="1D1D1D"/>
                </a:solidFill>
                <a:effectLst/>
                <a:latin typeface="helvetica neue lt pro"/>
              </a:rPr>
              <a:t> – Again</a:t>
            </a:r>
          </a:p>
          <a:p>
            <a:r>
              <a:rPr lang="en-GB" sz="2400" b="0" i="1" dirty="0">
                <a:solidFill>
                  <a:schemeClr val="accent1"/>
                </a:solidFill>
                <a:effectLst/>
                <a:latin typeface="helvetica neue lt pr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https://martinaprojektet.se/</a:t>
            </a:r>
            <a:endParaRPr lang="en-GB" sz="2400" b="0" i="1" dirty="0">
              <a:solidFill>
                <a:schemeClr val="accent1"/>
              </a:solidFill>
              <a:effectLst/>
              <a:latin typeface="helvetica neue lt pro"/>
            </a:endParaRPr>
          </a:p>
          <a:p>
            <a:endParaRPr lang="en-GB" sz="2400" b="0" i="1" dirty="0">
              <a:solidFill>
                <a:srgbClr val="1D1D1D"/>
              </a:solidFill>
              <a:effectLst/>
              <a:latin typeface="helvetica neue lt pro"/>
            </a:endParaRPr>
          </a:p>
          <a:p>
            <a:endParaRPr lang="en-GB" sz="2400" i="1" dirty="0">
              <a:solidFill>
                <a:srgbClr val="1D1D1D"/>
              </a:solidFill>
              <a:latin typeface="helvetica neue lt pro"/>
            </a:endParaRPr>
          </a:p>
          <a:p>
            <a:endParaRPr lang="en-SE" sz="2400" dirty="0"/>
          </a:p>
        </p:txBody>
      </p:sp>
    </p:spTree>
    <p:extLst>
      <p:ext uri="{BB962C8B-B14F-4D97-AF65-F5344CB8AC3E}">
        <p14:creationId xmlns:p14="http://schemas.microsoft.com/office/powerpoint/2010/main" val="5329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5C7A-6551-D5B0-A9BA-9F762B11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ADBC-892B-47BA-6FDF-134204BB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40181"/>
            <a:ext cx="10890928" cy="3566160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r>
              <a:rPr lang="en-GB" dirty="0"/>
              <a:t>Motivation</a:t>
            </a:r>
          </a:p>
          <a:p>
            <a:r>
              <a:rPr lang="en-GB" dirty="0"/>
              <a:t>Objectives</a:t>
            </a:r>
          </a:p>
          <a:p>
            <a:r>
              <a:rPr lang="en-GB" dirty="0"/>
              <a:t>Implementation</a:t>
            </a:r>
          </a:p>
          <a:p>
            <a:r>
              <a:rPr lang="en-GB" dirty="0"/>
              <a:t>Results</a:t>
            </a:r>
          </a:p>
          <a:p>
            <a:r>
              <a:rPr lang="en-GB" dirty="0"/>
              <a:t>Conclusion</a:t>
            </a:r>
          </a:p>
          <a:p>
            <a:r>
              <a:rPr lang="en-GB" dirty="0"/>
              <a:t>Acknowledgements</a:t>
            </a:r>
            <a:endParaRPr lang="en-SE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20993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EBB15-0C65-5BDB-FB9B-56CF9EFD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Background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2F736EFB-75A4-0E84-1690-FBA5BD768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11885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575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B2E8B-33B9-EF6D-FDE6-EF72517A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117E8-F89A-1C4A-8F81-AC409E11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Motivation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A9E3821E-0521-4F16-40EF-EF33DC10FC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224926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72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2B877-5C99-7F59-C4A5-B5A2EAC0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Objectives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EF67A22-FC96-9E2A-85A4-B22F3D5E8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556404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558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D6A12-6E76-2880-C17A-286D9167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DE9FA-47E9-F4AF-4FBA-EBAD4EB4D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500" b="1" cap="all" spc="300" dirty="0"/>
              <a:t>A multi-layer Framework Using Grounding DINO, SAM2, and Vision-Language Models for pseudo-labelling un-annotated data</a:t>
            </a:r>
          </a:p>
          <a:p>
            <a:endParaRPr lang="en-US" sz="1500" b="1" cap="all" spc="300" dirty="0"/>
          </a:p>
        </p:txBody>
      </p:sp>
      <p:pic>
        <p:nvPicPr>
          <p:cNvPr id="44" name="Picture 43" descr="Colourful maths learning objects">
            <a:extLst>
              <a:ext uri="{FF2B5EF4-FFF2-40B4-BE49-F238E27FC236}">
                <a16:creationId xmlns:a16="http://schemas.microsoft.com/office/drawing/2014/main" id="{AF661C5E-7394-F5F2-ACED-D97C28EAC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5" r="17382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12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FED69-C254-9DC9-2395-1B918211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D37F4-176C-4E06-2CAA-8FA6FAC6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Key techniques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3DACD-95DC-4BF0-FF88-1886426FA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6"/>
            <a:ext cx="7137575" cy="36669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Zero-Shot Detector (Grounding DINO) as base detector</a:t>
            </a:r>
          </a:p>
          <a:p>
            <a:pPr>
              <a:lnSpc>
                <a:spcPct val="110000"/>
              </a:lnSpc>
            </a:pPr>
            <a:r>
              <a:rPr lang="en-US" dirty="0"/>
              <a:t>Vision-Language model for filtering noise (Gemma3 / Paligemma2)</a:t>
            </a:r>
          </a:p>
          <a:p>
            <a:pPr>
              <a:lnSpc>
                <a:spcPct val="110000"/>
              </a:lnSpc>
            </a:pPr>
            <a:r>
              <a:rPr lang="en-US" dirty="0"/>
              <a:t>Segment Anything Model (SAM2) for segmentation and temporal tracking</a:t>
            </a:r>
          </a:p>
          <a:p>
            <a:pPr marL="0" indent="0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1245D9D0-F82E-6E5F-E2AD-FE8A01226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285" y="914400"/>
            <a:ext cx="2423616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5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C3BD7-BBEF-A416-E810-C755C58E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9C0C8C-E33B-CF78-F1B9-F2445197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D87F347-15B5-581A-F273-4A41EA05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3EBAA-BD98-275C-F6BE-276545424CF2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Layer 1 : Grounding Dino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460FAE-0FBA-5FEC-D2CD-CA32B5EF4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AE8F5C-2F4E-0530-C4F1-4CDCE1ADE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" y="856531"/>
            <a:ext cx="11788878" cy="351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FBDCD2-1AB2-E3C1-457E-2D4BD440804E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+mj-lt"/>
                <a:ea typeface="+mj-ea"/>
                <a:cs typeface="+mj-cs"/>
              </a:rPr>
              <a:t>Layer 2 : Pre-filter – VLM as judge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background with white squares&#10;&#10;AI-generated content may be incorrect.">
            <a:extLst>
              <a:ext uri="{FF2B5EF4-FFF2-40B4-BE49-F238E27FC236}">
                <a16:creationId xmlns:a16="http://schemas.microsoft.com/office/drawing/2014/main" id="{8D1CBE04-494E-681E-27F5-A475F34BF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" y="1449992"/>
            <a:ext cx="11653520" cy="31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33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04AC0-3734-02D0-249E-C4132926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DAA27-EF49-0DB0-AC61-15A41E7183AC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+mj-lt"/>
                <a:ea typeface="+mj-ea"/>
                <a:cs typeface="+mj-cs"/>
              </a:rPr>
              <a:t>Layer 3 : SAM2 Image segmentation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DB3E943-9A86-F544-B705-91311A24B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1127892"/>
            <a:ext cx="84867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7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730EF-0529-68FF-8457-C3A02BD8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9BCB08-E01E-08C1-CFF8-B05BF535C750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+mj-lt"/>
                <a:ea typeface="+mj-ea"/>
                <a:cs typeface="+mj-cs"/>
              </a:rPr>
              <a:t>Layer 4 : Post-filter – VLM as judge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D4BC8C-6690-9FC4-DAD4-EE725305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25" y="416350"/>
            <a:ext cx="11480549" cy="421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01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14335-40C4-CAD2-077D-78B3A701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82CE8-5E0A-58A1-8F68-8D2F5F500BDA}"/>
              </a:ext>
            </a:extLst>
          </p:cNvPr>
          <p:cNvSpPr txBox="1"/>
          <p:nvPr/>
        </p:nvSpPr>
        <p:spPr>
          <a:xfrm>
            <a:off x="640080" y="1302091"/>
            <a:ext cx="3291840" cy="27702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Unique object ids across frames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FD47992-BA1E-D0E6-BA33-85E03E51C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9" y="1163891"/>
            <a:ext cx="8183971" cy="511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4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B4901-73B0-F8FC-12F3-F2B29F02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1B3C19-FE1A-4F77-441C-E4FBB84B141D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Layer 5 : SAM2 video tracking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AAEA3-C563-B8AA-3C9B-099EBB338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29" y="319806"/>
            <a:ext cx="9791942" cy="437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70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2EB54-24AE-5C64-7289-470A1295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5EB900-28F9-16AD-A115-87DBC9603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2292D6E-0AC5-A607-EDF8-F258500C8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53B1F-CD27-AFB3-9F21-E22FA9FEBD09}"/>
              </a:ext>
            </a:extLst>
          </p:cNvPr>
          <p:cNvSpPr txBox="1"/>
          <p:nvPr/>
        </p:nvSpPr>
        <p:spPr>
          <a:xfrm>
            <a:off x="2580442" y="4474103"/>
            <a:ext cx="7031117" cy="93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+mj-lt"/>
                <a:ea typeface="+mj-ea"/>
                <a:cs typeface="+mj-cs"/>
              </a:rPr>
              <a:t>Post-processing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879902-14AC-494D-4029-6088FC549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ABFA71-8BBA-A565-7B5A-FE6DF0ADA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2" y="1239800"/>
            <a:ext cx="11714476" cy="340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6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523E9-2CB9-1636-2C34-011A0E09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Experimental setup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AB0A-A19C-9B8A-BE26-04E32E25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6096000" cy="3940283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en-US" dirty="0"/>
              <a:t>Test data: 100/500 images from Nordic vehicle dataset(NVD). </a:t>
            </a:r>
            <a:r>
              <a:rPr lang="en-US" dirty="0">
                <a:hlinkClick r:id="rId2"/>
              </a:rPr>
              <a:t>https://nvd.ltu-ai.dev/</a:t>
            </a:r>
            <a:endParaRPr lang="en-US" dirty="0"/>
          </a:p>
          <a:p>
            <a:r>
              <a:rPr lang="en-US" dirty="0"/>
              <a:t>GPU : NVIDIA H100 via university remote cluster</a:t>
            </a:r>
          </a:p>
          <a:p>
            <a:r>
              <a:rPr lang="en-US" dirty="0"/>
              <a:t>Evaluation metrics:</a:t>
            </a:r>
          </a:p>
          <a:p>
            <a:pPr lvl="1"/>
            <a:r>
              <a:rPr lang="en-GB" dirty="0" err="1"/>
              <a:t>mAP</a:t>
            </a:r>
            <a:r>
              <a:rPr lang="en-GB" dirty="0"/>
              <a:t> (Mean Average Precision) and mAP50</a:t>
            </a:r>
          </a:p>
          <a:p>
            <a:pPr lvl="1"/>
            <a:r>
              <a:rPr lang="en-GB" dirty="0"/>
              <a:t>mAP50 measures detection quality at </a:t>
            </a:r>
            <a:r>
              <a:rPr lang="en-GB" dirty="0" err="1"/>
              <a:t>IoU</a:t>
            </a:r>
            <a:r>
              <a:rPr lang="en-GB" dirty="0"/>
              <a:t> ≥ 0.5.</a:t>
            </a:r>
          </a:p>
          <a:p>
            <a:pPr lvl="1"/>
            <a:r>
              <a:rPr lang="en-GB" dirty="0" err="1"/>
              <a:t>mAP</a:t>
            </a:r>
            <a:r>
              <a:rPr lang="en-GB" dirty="0"/>
              <a:t> averages performance across </a:t>
            </a:r>
            <a:r>
              <a:rPr lang="en-GB" dirty="0" err="1"/>
              <a:t>IoU</a:t>
            </a:r>
            <a:r>
              <a:rPr lang="en-GB" dirty="0"/>
              <a:t> thresholds from 0.5 to 0.95.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3E00E-2642-10F5-B4E5-BD85181896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60" r="23926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E714E-A21C-4799-4EC0-A55F97ED7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9932" y="2749715"/>
            <a:ext cx="3324820" cy="2682240"/>
          </a:xfrm>
        </p:spPr>
        <p:txBody>
          <a:bodyPr anchor="b">
            <a:normAutofit/>
          </a:bodyPr>
          <a:lstStyle/>
          <a:p>
            <a:r>
              <a:rPr lang="en-GB" sz="4400" dirty="0"/>
              <a:t>Results</a:t>
            </a:r>
            <a:endParaRPr lang="en-SE" sz="4400" dirty="0"/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109CC43D-C3FA-3423-2360-262F7091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74" b="8758"/>
          <a:stretch>
            <a:fillRect/>
          </a:stretch>
        </p:blipFill>
        <p:spPr>
          <a:xfrm>
            <a:off x="672253" y="1411503"/>
            <a:ext cx="6881991" cy="387104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602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2122-1EEB-3AD8-BB6C-B080BCFF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3151-121D-8942-6B4E-4B28C941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Test set – 100 Images – Contains small cars</a:t>
            </a:r>
            <a:endParaRPr lang="en-S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5CA5B-CE97-EB59-9300-1F3F1B8D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Key configuration</a:t>
            </a:r>
          </a:p>
          <a:p>
            <a:r>
              <a:rPr lang="en-GB" sz="2000" dirty="0"/>
              <a:t>Grounding Dino Box threshold: 0.10</a:t>
            </a:r>
          </a:p>
          <a:p>
            <a:r>
              <a:rPr lang="en-GB" sz="2000" dirty="0"/>
              <a:t>VLM – Gemma3</a:t>
            </a:r>
          </a:p>
          <a:p>
            <a:pPr lvl="1"/>
            <a:endParaRPr lang="en-GB" sz="2000" dirty="0"/>
          </a:p>
          <a:p>
            <a:pPr marL="0" indent="0">
              <a:buNone/>
            </a:pPr>
            <a:r>
              <a:rPr lang="en-GB" sz="2000" dirty="0"/>
              <a:t>Discussion</a:t>
            </a:r>
          </a:p>
          <a:p>
            <a:r>
              <a:rPr lang="en-GB" sz="2000" dirty="0"/>
              <a:t>Lower box threshold 0.10 needed for small targets</a:t>
            </a:r>
          </a:p>
          <a:p>
            <a:r>
              <a:rPr lang="en-GB" sz="2000" dirty="0"/>
              <a:t>Progressive improvement across layers, except for last</a:t>
            </a:r>
          </a:p>
          <a:p>
            <a:r>
              <a:rPr lang="en-GB" sz="2000" dirty="0"/>
              <a:t>Pre-filter and Post-filter improves result, confirming need for VLM based filtration</a:t>
            </a:r>
          </a:p>
          <a:p>
            <a:r>
              <a:rPr lang="en-GB" sz="2000" dirty="0"/>
              <a:t>SAM2 video tracking amplified noise from earlier layers, suggesting need for selective propagation</a:t>
            </a:r>
          </a:p>
          <a:p>
            <a:pPr lvl="1"/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49284-A333-71D1-9ABD-446B2FD69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44" y="4311562"/>
            <a:ext cx="4557155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70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F043B-7B26-995C-7C03-2026652DD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7C670-6AC0-B1A5-448A-6801E31C9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Confidence thresholding @ Layer 5 - SAM2 video tracking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4C45-DC8D-C49C-6F0E-E7AFFD8A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6299201" cy="366171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Test set – 100 Images – Contains small cars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GD Box threshold: 0.10, VLM – Gemma3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Confidence threshold (</a:t>
            </a:r>
            <a:r>
              <a:rPr lang="en-US" sz="2000" dirty="0" err="1"/>
              <a:t>prop_th</a:t>
            </a:r>
            <a:r>
              <a:rPr lang="en-US" sz="2000" dirty="0"/>
              <a:t>)  &gt; 0.4, 0.5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</a:t>
            </a:r>
          </a:p>
          <a:p>
            <a:pPr>
              <a:lnSpc>
                <a:spcPct val="110000"/>
              </a:lnSpc>
            </a:pPr>
            <a:r>
              <a:rPr lang="en-US" sz="2000" dirty="0" err="1"/>
              <a:t>mAP</a:t>
            </a:r>
            <a:r>
              <a:rPr lang="en-US" sz="2000" dirty="0"/>
              <a:t> increase by 61%, mAP50 increases by 98% compared to no thresholding, with confidence threshold of 0.5.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B84B0-9EE0-03A7-860D-05D82C81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280" y="4677284"/>
            <a:ext cx="5038956" cy="1738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C0B5CA-CB43-CD47-BB7C-B9D90A421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560" y="1879239"/>
            <a:ext cx="2844800" cy="235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7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432F6-B0DA-222A-F3FF-EF8F207A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B1912-4A92-08E3-DA8F-C26B5B47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Need for sliding window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0004-BC51-0546-ED36-277195AA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Test set – 100 Images – Contains small cars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Grounding Dino Box threshold: 0.10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Sliding window: (384, 384), Stride: 320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With sliding window, </a:t>
            </a:r>
            <a:r>
              <a:rPr lang="en-US" sz="2000" dirty="0" err="1"/>
              <a:t>mAP</a:t>
            </a:r>
            <a:r>
              <a:rPr lang="en-US" sz="2000" dirty="0"/>
              <a:t> increases by 18 times whereas mAP50 increases by 23 times.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2B881-8207-F884-1315-71A269F83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90" y="4867686"/>
            <a:ext cx="5456393" cy="1508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D7E08D-1C9D-3557-6C69-BE8702C4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379" y="2187996"/>
            <a:ext cx="3272613" cy="211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74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CA15B-3061-A0B2-16C2-37B299A9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F759-6E3C-8F84-E9A5-2C483A62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940848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Grounding Dino Box Threshold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FBA6-E734-8231-19E6-2A773633E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01907"/>
            <a:ext cx="6532881" cy="411855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Test set – 100 Images – Contains small cars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GD Box threshold: 0.10, 0.15, 0.20, VLM – Gemma3</a:t>
            </a:r>
          </a:p>
          <a:p>
            <a:pPr marL="265176" lvl="1" indent="0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Choice of box threshold has significant impact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Lowest thresholds 0.10 gets best </a:t>
            </a:r>
            <a:r>
              <a:rPr lang="en-US" sz="2000" dirty="0" err="1"/>
              <a:t>mAP</a:t>
            </a:r>
            <a:r>
              <a:rPr lang="en-US" sz="2000" dirty="0"/>
              <a:t>/mAP50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Later layers cannot recover missed objects, so lower threshold at base detector is preferred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99CBC-E0EE-5AD6-7EB0-F9CC65DD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038" y="4887847"/>
            <a:ext cx="4777052" cy="1457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BBD18-2DE5-27DA-12C6-1A22FE97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960" y="2216380"/>
            <a:ext cx="4013387" cy="222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60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2E08-E4B3-20EF-EA14-AC867DF9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F6D6-718C-569A-3E53-A25AD8A6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800050" cy="178960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lvl="1">
              <a:lnSpc>
                <a:spcPct val="110000"/>
              </a:lnSpc>
            </a:pPr>
            <a:r>
              <a:rPr lang="en-GB" sz="4000"/>
              <a:t>Effect of  GD box threshold on compute time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E36C-0856-98A7-0DF4-411AF64B8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530" y="1463041"/>
            <a:ext cx="5560141" cy="491743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Test set – 100 Images – Contains small cars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Grounding Dino Box threshold: 0.10, 0.15, 0.20</a:t>
            </a:r>
          </a:p>
          <a:p>
            <a:pPr marL="265176" lvl="1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Lower box thresholds preserve more true positives but also introduce noise, increasing data volume and processing time.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For e.g., lowering from 0.20 to 0.10 raises pipeline time by over 3times (227%).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32FC8-0347-A0D1-76FB-96C24680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1" y="4358002"/>
            <a:ext cx="5639289" cy="1486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86F4DF-B33A-0861-1EF9-8737A8D22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65" y="2769062"/>
            <a:ext cx="2589675" cy="143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60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311E-D4D4-DE5C-2E96-41E4AC77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00C5-300F-0CEA-8A67-835CB43A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800050" cy="1789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GB" sz="4000" dirty="0"/>
              <a:t>Grounding Dino Text Threshold Comparison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EED85-96EF-748B-B073-8ACD5AE5A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129" y="1371601"/>
            <a:ext cx="5508031" cy="492632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Test set – 100 Images – Contains small cars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GD Box threshold: 0.10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GD Text thresholds: 0.00, 0.50, 1.00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GD Text prompt: “car .”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Varying text threshold has no impact on detection performance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Could be because of text prompt. Should be tested with more open-vocab prompts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44568-48AD-DBD4-58BD-C41950B2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68" y="4616360"/>
            <a:ext cx="5508032" cy="1681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85A8B-8723-D2FB-38B7-F4993E1C5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493" y="2831394"/>
            <a:ext cx="2890028" cy="160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94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F82B-8292-7B9D-571D-805E15AF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FC3D-D294-6EBF-7A13-A1F830F4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800050" cy="1789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GB" sz="4000" dirty="0"/>
              <a:t>Prompt Sensitivity test Grounding dino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E437-686B-B215-B988-AF768E0E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2943408"/>
            <a:ext cx="5424517" cy="370715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Test set – 100 Images – Contains small cars, </a:t>
            </a:r>
            <a:r>
              <a:rPr lang="en-US" sz="2000" dirty="0"/>
              <a:t>GD Box threshold: 0.10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Contextual prompts with environmental cues (e.g., “on snow”, “aerial view”) results in higher </a:t>
            </a:r>
            <a:r>
              <a:rPr lang="en-GB" sz="2000" dirty="0" err="1"/>
              <a:t>mAP</a:t>
            </a:r>
            <a:r>
              <a:rPr lang="en-GB" sz="2000" dirty="0"/>
              <a:t> compared to generic prompts like “vehicle” or “car”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4BE06-2562-0B04-457F-50D59BD6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3" y="2122889"/>
            <a:ext cx="5800050" cy="452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85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AB3B7-2011-19A3-4596-4D12F1DF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584D-5C84-4A8C-7D46-955DD946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800050" cy="1789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GB" sz="4000" dirty="0"/>
              <a:t>Prompt Sensitivity test Paligemma2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EE7A-0304-BC75-759F-46969113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47" y="2902767"/>
            <a:ext cx="5800050" cy="3803921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Test set – 100 Images – Contains small cars, </a:t>
            </a:r>
            <a:r>
              <a:rPr lang="en-US" sz="2000" dirty="0"/>
              <a:t>GD Box threshold: 0.10, Sliding window: (384, 384), Stride: 320, VLM: Paligemma2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Negative prompts like “not a vehicle” performs better, with up to 2 times higher </a:t>
            </a:r>
            <a:r>
              <a:rPr lang="en-GB" sz="2000" dirty="0" err="1"/>
              <a:t>mAP</a:t>
            </a:r>
            <a:r>
              <a:rPr lang="en-GB" sz="2000" dirty="0"/>
              <a:t> than positive prompts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29F7A-3B13-3BB8-38DB-4C5067F2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376" y="756664"/>
            <a:ext cx="4511431" cy="5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2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81F2-E55F-BA0A-A41F-FEA414F6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CAF9-F428-92E8-85A1-A5051CC6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800050" cy="178960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lvl="1">
              <a:lnSpc>
                <a:spcPct val="110000"/>
              </a:lnSpc>
            </a:pPr>
            <a:r>
              <a:rPr lang="en-GB" sz="4000" dirty="0"/>
              <a:t>VLMs as judge  </a:t>
            </a:r>
            <a:br>
              <a:rPr lang="en-GB" sz="4000" dirty="0"/>
            </a:br>
            <a:r>
              <a:rPr lang="en-GB" sz="4000" dirty="0"/>
              <a:t>Gemma3 vs Paligemma2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0A35-0A2B-ADA1-F752-5687A127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7282" y="1371601"/>
            <a:ext cx="5800050" cy="537463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Test set – 100 Images – Contains small cars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Grounding Dino Box threshold: 0.10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VLM: Gemma3, Paligemma2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Sliding window: (384, 384), Stride: 320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Gemma3 - Better recall but noisy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Paligemma2 – Cleaner output, higher precision</a:t>
            </a:r>
          </a:p>
          <a:p>
            <a:pPr>
              <a:lnSpc>
                <a:spcPct val="110000"/>
              </a:lnSpc>
            </a:pPr>
            <a:r>
              <a:rPr lang="en-GB" sz="2000" dirty="0"/>
              <a:t>Gemma3 approximately 1.8 times slower than Paligemma2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8FBB2-EB32-4463-BD95-E0C73128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4549531"/>
            <a:ext cx="4886323" cy="19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82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85B99-5AE6-6A55-29E5-204211E9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AF1E8-01ED-3BF7-1B0D-EF0C6CD8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 of de-duplicating final detections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B8963-E802-BC8B-16FA-D828A5105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524747" cy="366171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Key </a:t>
            </a:r>
            <a:r>
              <a:rPr lang="en-GB" sz="2000" dirty="0"/>
              <a:t>configuration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Test set – 100 Images – Contains small cars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GD Box threshold: 0.10, WBF after layer 5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Discussion  </a:t>
            </a:r>
          </a:p>
          <a:p>
            <a:pPr>
              <a:lnSpc>
                <a:spcPct val="110000"/>
              </a:lnSpc>
            </a:pPr>
            <a:r>
              <a:rPr lang="en-US" sz="2000" dirty="0" err="1"/>
              <a:t>mAP</a:t>
            </a:r>
            <a:r>
              <a:rPr lang="en-US" sz="2000" dirty="0"/>
              <a:t> improves by 6.5% (Gemma3) and 3.3% (Paligemma2), similar gains in mAP50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CF437A-2A75-8D17-5277-F78AF24D3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40" y="3803498"/>
            <a:ext cx="5140128" cy="2068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83517-5A9A-6027-F23D-12DA88AF2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639" y="1371600"/>
            <a:ext cx="3542530" cy="213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49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57B0-448F-E0C9-32A6-ECB474FE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D6F8-CF87-8797-A27E-B2280C16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433365" cy="145172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Test set – 500 Images - Consistency and scalability test</a:t>
            </a:r>
            <a:endParaRPr lang="en-S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CB20-3399-7443-FD34-16BCBD20E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810" y="1031001"/>
            <a:ext cx="6594490" cy="5166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Key configuration</a:t>
            </a:r>
          </a:p>
          <a:p>
            <a:r>
              <a:rPr lang="en-GB" sz="2000" dirty="0"/>
              <a:t>GD Box threshold: 0.10, </a:t>
            </a:r>
            <a:r>
              <a:rPr lang="en-US" sz="2000" dirty="0"/>
              <a:t>VLM: Gemma3, Paligemma2, Sliding window: (384, 384), Stride: 320, Layer 5 SAM2 Confidence threshold (</a:t>
            </a:r>
            <a:r>
              <a:rPr lang="en-US" sz="2000" dirty="0" err="1"/>
              <a:t>prop_th</a:t>
            </a:r>
            <a:r>
              <a:rPr lang="en-US" sz="2000" dirty="0"/>
              <a:t>)  &gt; 0.4, Applied WBF after layer 5</a:t>
            </a:r>
          </a:p>
          <a:p>
            <a:pPr lvl="1">
              <a:lnSpc>
                <a:spcPct val="110000"/>
              </a:lnSpc>
            </a:pPr>
            <a:endParaRPr lang="en-US" sz="2000" dirty="0"/>
          </a:p>
          <a:p>
            <a:pPr marL="0" indent="0">
              <a:buNone/>
            </a:pPr>
            <a:r>
              <a:rPr lang="en-GB" sz="2000" dirty="0"/>
              <a:t>Discussion</a:t>
            </a:r>
          </a:p>
          <a:p>
            <a:r>
              <a:rPr lang="en-GB" sz="2000" dirty="0"/>
              <a:t>Gemma3: Over-filtered, near-zero at Layer 2 &amp; 4</a:t>
            </a:r>
          </a:p>
          <a:p>
            <a:r>
              <a:rPr lang="en-GB" sz="2000" dirty="0"/>
              <a:t>Paligemma2: More stable, especially at pre-filter</a:t>
            </a:r>
          </a:p>
          <a:p>
            <a:r>
              <a:rPr lang="en-GB" sz="2000" dirty="0"/>
              <a:t>SAM2 video tracking recovered performance</a:t>
            </a:r>
          </a:p>
          <a:p>
            <a:r>
              <a:rPr lang="en-GB" sz="2000" dirty="0"/>
              <a:t>De-duplicating final detections improved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5D0BF-2DEE-6818-AEEA-16159AB1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11264"/>
            <a:ext cx="4216400" cy="186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47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DED1D-4F1B-784F-E6C8-E090DC069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GB" sz="5800" dirty="0"/>
              <a:t>Conclusion</a:t>
            </a:r>
            <a:endParaRPr lang="en-SE" sz="5800" dirty="0"/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4CA315E8-DE0A-DF27-9977-9F2EF219C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39" r="-1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98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1D537-70BC-BA6F-9D16-B3DD38F8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Limitations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857F2-5A55-A9BD-10F4-8E3D56554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VLM Judgment is prompt-sensitive thus requires careful prompt engineering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Only tested on Nordic vehicle dataset.  Generalization to other domains remains unverified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Only tested with Grounding Dino. Results may vary with other zero-shot detectors like OWL-</a:t>
            </a:r>
            <a:r>
              <a:rPr lang="en-US" sz="1800" dirty="0" err="1"/>
              <a:t>ViT</a:t>
            </a:r>
            <a:r>
              <a:rPr lang="en-US" sz="1800" dirty="0"/>
              <a:t> or GLIP.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Use of SAM2 temporal tracking adds significant processing time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For SAM2 temporal tracking to be effective, noisy detections must be properly filtered in early stages</a:t>
            </a:r>
          </a:p>
        </p:txBody>
      </p:sp>
      <p:pic>
        <p:nvPicPr>
          <p:cNvPr id="6" name="Picture 5" descr="Line in the sand with spheres">
            <a:extLst>
              <a:ext uri="{FF2B5EF4-FFF2-40B4-BE49-F238E27FC236}">
                <a16:creationId xmlns:a16="http://schemas.microsoft.com/office/drawing/2014/main" id="{7BDFDD39-924C-8098-5D94-176858FBE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1" r="-1" b="290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43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551CE-89D5-EB46-6F15-EF11C244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Key Outcomes Aligned with Objectives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4D4E8E3-57D4-F302-7531-1A2340558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40953"/>
              </p:ext>
            </p:extLst>
          </p:nvPr>
        </p:nvGraphicFramePr>
        <p:xfrm>
          <a:off x="551901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843C4B9-07ED-AEBA-7A85-EA2614471A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2768514"/>
              </p:ext>
            </p:extLst>
          </p:nvPr>
        </p:nvGraphicFramePr>
        <p:xfrm>
          <a:off x="331347" y="4419599"/>
          <a:ext cx="4968000" cy="14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19594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76B80-88AF-EB76-C912-48EF9061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Future Work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6FEE2-6B90-6BE2-E822-2FD938A84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86729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350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E54F5-00BA-8DD2-C4D6-712B6874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Acknowledgements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39840-44AF-7135-EE83-9CAA3FAE6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Sincere thanks to </a:t>
            </a:r>
          </a:p>
          <a:p>
            <a:pPr lvl="1"/>
            <a:r>
              <a:rPr lang="en-US" dirty="0"/>
              <a:t>Dr. Homam </a:t>
            </a:r>
            <a:r>
              <a:rPr lang="en-US" dirty="0" err="1"/>
              <a:t>Mokayed</a:t>
            </a:r>
            <a:r>
              <a:rPr lang="en-US" dirty="0"/>
              <a:t>, Supervisor </a:t>
            </a:r>
          </a:p>
          <a:p>
            <a:pPr lvl="1"/>
            <a:r>
              <a:rPr lang="en-US" dirty="0"/>
              <a:t>Dr. Chang Liu, Post doc researcher</a:t>
            </a:r>
          </a:p>
          <a:p>
            <a:pPr lvl="1"/>
            <a:r>
              <a:rPr lang="en-US" dirty="0"/>
              <a:t>LTU for providing advanced GPU cluster equipped with NVIDIA H100 hardware</a:t>
            </a:r>
          </a:p>
        </p:txBody>
      </p:sp>
      <p:pic>
        <p:nvPicPr>
          <p:cNvPr id="6" name="Graphic 5" descr="Woman with hands together">
            <a:extLst>
              <a:ext uri="{FF2B5EF4-FFF2-40B4-BE49-F238E27FC236}">
                <a16:creationId xmlns:a16="http://schemas.microsoft.com/office/drawing/2014/main" id="{418104B5-F655-B4E6-F7DD-8A83D1D08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2250942"/>
            <a:ext cx="4375829" cy="404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75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7FFB4-C57B-FFD6-40F0-9B5844ED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69564-362C-A7DE-2F44-97B486005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/>
              <a:t>I welcome your questions!</a:t>
            </a:r>
          </a:p>
        </p:txBody>
      </p:sp>
      <p:pic>
        <p:nvPicPr>
          <p:cNvPr id="6" name="Content Placeholder 5" descr="Wood human figure">
            <a:extLst>
              <a:ext uri="{FF2B5EF4-FFF2-40B4-BE49-F238E27FC236}">
                <a16:creationId xmlns:a16="http://schemas.microsoft.com/office/drawing/2014/main" id="{D2E6E82A-82C6-FEDA-E99C-E0E80AC07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37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492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453408b-a6cd-4c1e-8b10-18b500fb544e}" enabled="0" method="" siteId="{5453408b-a6cd-4c1e-8b10-18b500fb54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1410</Words>
  <Application>Microsoft Office PowerPoint</Application>
  <PresentationFormat>Widescreen</PresentationFormat>
  <Paragraphs>196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Grandview Display</vt:lpstr>
      <vt:lpstr>helvetica neue lt pro</vt:lpstr>
      <vt:lpstr>DashVTI</vt:lpstr>
      <vt:lpstr>Towards Robust  Unsupervised Object Detection</vt:lpstr>
      <vt:lpstr>Project MARTINA</vt:lpstr>
      <vt:lpstr>Agenda</vt:lpstr>
      <vt:lpstr>Background</vt:lpstr>
      <vt:lpstr>Motivation</vt:lpstr>
      <vt:lpstr>Objectives</vt:lpstr>
      <vt:lpstr>Implementation</vt:lpstr>
      <vt:lpstr>Key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</vt:lpstr>
      <vt:lpstr>Results</vt:lpstr>
      <vt:lpstr>Test set – 100 Images – Contains small cars</vt:lpstr>
      <vt:lpstr>Confidence thresholding @ Layer 5 - SAM2 video tracking</vt:lpstr>
      <vt:lpstr>Need for sliding window</vt:lpstr>
      <vt:lpstr>Grounding Dino Box Threshold Comparison</vt:lpstr>
      <vt:lpstr>Effect of  GD box threshold on compute time</vt:lpstr>
      <vt:lpstr>Grounding Dino Text Threshold Comparison</vt:lpstr>
      <vt:lpstr>Prompt Sensitivity test Grounding dino</vt:lpstr>
      <vt:lpstr>Prompt Sensitivity test Paligemma2</vt:lpstr>
      <vt:lpstr>VLMs as judge   Gemma3 vs Paligemma2</vt:lpstr>
      <vt:lpstr>Effect of de-duplicating final detections</vt:lpstr>
      <vt:lpstr>Test set – 500 Images - Consistency and scalability test</vt:lpstr>
      <vt:lpstr>Conclusion</vt:lpstr>
      <vt:lpstr>Limitations</vt:lpstr>
      <vt:lpstr>Key Outcomes Aligned with Objectives</vt:lpstr>
      <vt:lpstr>Future Work</vt:lpstr>
      <vt:lpstr>Acknowledgements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Devashish Singha Roy</dc:creator>
  <cp:lastModifiedBy>Devashish Singha Roy</cp:lastModifiedBy>
  <cp:revision>307</cp:revision>
  <dcterms:created xsi:type="dcterms:W3CDTF">2025-05-26T17:49:02Z</dcterms:created>
  <dcterms:modified xsi:type="dcterms:W3CDTF">2025-06-28T08:54:10Z</dcterms:modified>
</cp:coreProperties>
</file>